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57" r:id="rId12"/>
    <p:sldId id="358" r:id="rId13"/>
    <p:sldId id="359" r:id="rId14"/>
    <p:sldId id="366" r:id="rId15"/>
    <p:sldId id="363" r:id="rId16"/>
    <p:sldId id="364" r:id="rId17"/>
    <p:sldId id="365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CE15F-7D10-4B1C-A743-6BD59EEEBF91}" v="91" dt="2026-07-28T04:54:34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 snapToObjects="1">
      <p:cViewPr>
        <p:scale>
          <a:sx n="69" d="100"/>
          <a:sy n="69" d="100"/>
        </p:scale>
        <p:origin x="540" y="-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 Li" userId="225665269_tp_box_2" providerId="OAuth2" clId="{4022F9F0-D9C5-4FCE-A0AB-0EE4D3011A75}"/>
    <pc:docChg chg="undo redo custSel addSld delSld modSld">
      <pc:chgData name="Dong Li" userId="225665269_tp_box_2" providerId="OAuth2" clId="{4022F9F0-D9C5-4FCE-A0AB-0EE4D3011A75}" dt="2026-07-28T05:23:05.121" v="236" actId="47"/>
      <pc:docMkLst>
        <pc:docMk/>
      </pc:docMkLst>
      <pc:sldChg chg="delSp modSp mod">
        <pc:chgData name="Dong Li" userId="225665269_tp_box_2" providerId="OAuth2" clId="{4022F9F0-D9C5-4FCE-A0AB-0EE4D3011A75}" dt="2026-07-28T02:04:01.757" v="20" actId="20577"/>
        <pc:sldMkLst>
          <pc:docMk/>
          <pc:sldMk cId="0" sldId="256"/>
        </pc:sldMkLst>
        <pc:spChg chg="del">
          <ac:chgData name="Dong Li" userId="225665269_tp_box_2" providerId="OAuth2" clId="{4022F9F0-D9C5-4FCE-A0AB-0EE4D3011A75}" dt="2026-07-28T02:02:29.094" v="4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ng Li" userId="225665269_tp_box_2" providerId="OAuth2" clId="{4022F9F0-D9C5-4FCE-A0AB-0EE4D3011A75}" dt="2026-07-28T02:04:01.757" v="20" actId="20577"/>
          <ac:spMkLst>
            <pc:docMk/>
            <pc:sldMk cId="0" sldId="256"/>
            <ac:spMk id="50" creationId="{00000000-0000-0000-0000-000000000000}"/>
          </ac:spMkLst>
        </pc:spChg>
        <pc:spChg chg="del">
          <ac:chgData name="Dong Li" userId="225665269_tp_box_2" providerId="OAuth2" clId="{4022F9F0-D9C5-4FCE-A0AB-0EE4D3011A75}" dt="2026-07-28T02:02:23.313" v="2" actId="478"/>
          <ac:spMkLst>
            <pc:docMk/>
            <pc:sldMk cId="0" sldId="256"/>
            <ac:spMk id="63" creationId="{00000000-0000-0000-0000-000000000000}"/>
          </ac:spMkLst>
        </pc:spChg>
        <pc:spChg chg="del">
          <ac:chgData name="Dong Li" userId="225665269_tp_box_2" providerId="OAuth2" clId="{4022F9F0-D9C5-4FCE-A0AB-0EE4D3011A75}" dt="2026-07-28T02:02:19.747" v="0" actId="478"/>
          <ac:spMkLst>
            <pc:docMk/>
            <pc:sldMk cId="0" sldId="256"/>
            <ac:spMk id="64" creationId="{00000000-0000-0000-0000-000000000000}"/>
          </ac:spMkLst>
        </pc:spChg>
        <pc:spChg chg="del">
          <ac:chgData name="Dong Li" userId="225665269_tp_box_2" providerId="OAuth2" clId="{4022F9F0-D9C5-4FCE-A0AB-0EE4D3011A75}" dt="2026-07-28T02:02:33.921" v="7" actId="478"/>
          <ac:spMkLst>
            <pc:docMk/>
            <pc:sldMk cId="0" sldId="256"/>
            <ac:spMk id="65" creationId="{00000000-0000-0000-0000-000000000000}"/>
          </ac:spMkLst>
        </pc:spChg>
        <pc:spChg chg="del">
          <ac:chgData name="Dong Li" userId="225665269_tp_box_2" providerId="OAuth2" clId="{4022F9F0-D9C5-4FCE-A0AB-0EE4D3011A75}" dt="2026-07-28T02:02:32.771" v="6" actId="478"/>
          <ac:spMkLst>
            <pc:docMk/>
            <pc:sldMk cId="0" sldId="256"/>
            <ac:spMk id="66" creationId="{00000000-0000-0000-0000-000000000000}"/>
          </ac:spMkLst>
        </pc:spChg>
        <pc:spChg chg="del">
          <ac:chgData name="Dong Li" userId="225665269_tp_box_2" providerId="OAuth2" clId="{4022F9F0-D9C5-4FCE-A0AB-0EE4D3011A75}" dt="2026-07-28T02:02:26.755" v="3" actId="478"/>
          <ac:spMkLst>
            <pc:docMk/>
            <pc:sldMk cId="0" sldId="256"/>
            <ac:spMk id="67" creationId="{00000000-0000-0000-0000-000000000000}"/>
          </ac:spMkLst>
        </pc:spChg>
        <pc:spChg chg="del mod">
          <ac:chgData name="Dong Li" userId="225665269_tp_box_2" providerId="OAuth2" clId="{4022F9F0-D9C5-4FCE-A0AB-0EE4D3011A75}" dt="2026-07-28T02:02:31.567" v="5" actId="478"/>
          <ac:spMkLst>
            <pc:docMk/>
            <pc:sldMk cId="0" sldId="256"/>
            <ac:spMk id="68" creationId="{00000000-0000-0000-0000-000000000000}"/>
          </ac:spMkLst>
        </pc:spChg>
      </pc:sldChg>
      <pc:sldChg chg="modSp mod">
        <pc:chgData name="Dong Li" userId="225665269_tp_box_2" providerId="OAuth2" clId="{4022F9F0-D9C5-4FCE-A0AB-0EE4D3011A75}" dt="2026-07-28T02:04:12.499" v="21" actId="14100"/>
        <pc:sldMkLst>
          <pc:docMk/>
          <pc:sldMk cId="0" sldId="257"/>
        </pc:sldMkLst>
        <pc:spChg chg="mod">
          <ac:chgData name="Dong Li" userId="225665269_tp_box_2" providerId="OAuth2" clId="{4022F9F0-D9C5-4FCE-A0AB-0EE4D3011A75}" dt="2026-07-28T02:04:12.499" v="21" actId="14100"/>
          <ac:spMkLst>
            <pc:docMk/>
            <pc:sldMk cId="0" sldId="257"/>
            <ac:spMk id="19" creationId="{00000000-0000-0000-0000-000000000000}"/>
          </ac:spMkLst>
        </pc:spChg>
      </pc:sldChg>
      <pc:sldChg chg="del">
        <pc:chgData name="Dong Li" userId="225665269_tp_box_2" providerId="OAuth2" clId="{4022F9F0-D9C5-4FCE-A0AB-0EE4D3011A75}" dt="2026-07-28T02:04:26.379" v="22" actId="47"/>
        <pc:sldMkLst>
          <pc:docMk/>
          <pc:sldMk cId="0" sldId="258"/>
        </pc:sldMkLst>
      </pc:sldChg>
      <pc:sldChg chg="delSp mod">
        <pc:chgData name="Dong Li" userId="225665269_tp_box_2" providerId="OAuth2" clId="{4022F9F0-D9C5-4FCE-A0AB-0EE4D3011A75}" dt="2026-07-28T02:04:31.247" v="23" actId="478"/>
        <pc:sldMkLst>
          <pc:docMk/>
          <pc:sldMk cId="0" sldId="259"/>
        </pc:sldMkLst>
        <pc:spChg chg="del">
          <ac:chgData name="Dong Li" userId="225665269_tp_box_2" providerId="OAuth2" clId="{4022F9F0-D9C5-4FCE-A0AB-0EE4D3011A75}" dt="2026-07-28T02:04:31.247" v="23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Dong Li" userId="225665269_tp_box_2" providerId="OAuth2" clId="{4022F9F0-D9C5-4FCE-A0AB-0EE4D3011A75}" dt="2026-07-28T02:04:31.247" v="23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Dong Li" userId="225665269_tp_box_2" providerId="OAuth2" clId="{4022F9F0-D9C5-4FCE-A0AB-0EE4D3011A75}" dt="2026-07-28T02:18:47.202" v="24" actId="478"/>
        <pc:sldMkLst>
          <pc:docMk/>
          <pc:sldMk cId="0" sldId="262"/>
        </pc:sldMkLst>
        <pc:spChg chg="del">
          <ac:chgData name="Dong Li" userId="225665269_tp_box_2" providerId="OAuth2" clId="{4022F9F0-D9C5-4FCE-A0AB-0EE4D3011A75}" dt="2026-07-28T02:18:47.202" v="24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Dong Li" userId="225665269_tp_box_2" providerId="OAuth2" clId="{4022F9F0-D9C5-4FCE-A0AB-0EE4D3011A75}" dt="2026-07-28T02:18:47.202" v="24" actId="478"/>
          <ac:spMkLst>
            <pc:docMk/>
            <pc:sldMk cId="0" sldId="262"/>
            <ac:spMk id="8" creationId="{00000000-0000-0000-0000-000000000000}"/>
          </ac:spMkLst>
        </pc:spChg>
      </pc:sldChg>
      <pc:sldChg chg="delSp mod">
        <pc:chgData name="Dong Li" userId="225665269_tp_box_2" providerId="OAuth2" clId="{4022F9F0-D9C5-4FCE-A0AB-0EE4D3011A75}" dt="2026-07-28T02:33:22.459" v="25" actId="478"/>
        <pc:sldMkLst>
          <pc:docMk/>
          <pc:sldMk cId="0" sldId="266"/>
        </pc:sldMkLst>
        <pc:spChg chg="del">
          <ac:chgData name="Dong Li" userId="225665269_tp_box_2" providerId="OAuth2" clId="{4022F9F0-D9C5-4FCE-A0AB-0EE4D3011A75}" dt="2026-07-28T02:33:22.459" v="25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Dong Li" userId="225665269_tp_box_2" providerId="OAuth2" clId="{4022F9F0-D9C5-4FCE-A0AB-0EE4D3011A75}" dt="2026-07-28T02:33:22.459" v="25" actId="478"/>
          <ac:spMkLst>
            <pc:docMk/>
            <pc:sldMk cId="0" sldId="266"/>
            <ac:spMk id="8" creationId="{00000000-0000-0000-0000-000000000000}"/>
          </ac:spMkLst>
        </pc:spChg>
      </pc:sldChg>
      <pc:sldChg chg="modSp add del mod">
        <pc:chgData name="Dong Li" userId="225665269_tp_box_2" providerId="OAuth2" clId="{4022F9F0-D9C5-4FCE-A0AB-0EE4D3011A75}" dt="2026-07-28T03:00:19.303" v="165" actId="47"/>
        <pc:sldMkLst>
          <pc:docMk/>
          <pc:sldMk cId="0" sldId="267"/>
        </pc:sldMkLst>
        <pc:spChg chg="mod">
          <ac:chgData name="Dong Li" userId="225665269_tp_box_2" providerId="OAuth2" clId="{4022F9F0-D9C5-4FCE-A0AB-0EE4D3011A75}" dt="2026-07-28T02:54:03.857" v="46" actId="276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ong Li" userId="225665269_tp_box_2" providerId="OAuth2" clId="{4022F9F0-D9C5-4FCE-A0AB-0EE4D3011A75}" dt="2026-07-28T02:54:03.847" v="44" actId="2763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Dong Li" userId="225665269_tp_box_2" providerId="OAuth2" clId="{4022F9F0-D9C5-4FCE-A0AB-0EE4D3011A75}" dt="2026-07-28T02:54:03.851" v="45" actId="27636"/>
          <ac:spMkLst>
            <pc:docMk/>
            <pc:sldMk cId="0" sldId="267"/>
            <ac:spMk id="33" creationId="{00000000-0000-0000-0000-000000000000}"/>
          </ac:spMkLst>
        </pc:spChg>
      </pc:sldChg>
      <pc:sldChg chg="modSp del mod">
        <pc:chgData name="Dong Li" userId="225665269_tp_box_2" providerId="OAuth2" clId="{4022F9F0-D9C5-4FCE-A0AB-0EE4D3011A75}" dt="2026-07-28T03:28:56.571" v="170" actId="47"/>
        <pc:sldMkLst>
          <pc:docMk/>
          <pc:sldMk cId="0" sldId="268"/>
        </pc:sldMkLst>
        <pc:spChg chg="mod">
          <ac:chgData name="Dong Li" userId="225665269_tp_box_2" providerId="OAuth2" clId="{4022F9F0-D9C5-4FCE-A0AB-0EE4D3011A75}" dt="2026-07-28T02:38:07.008" v="26" actId="14100"/>
          <ac:spMkLst>
            <pc:docMk/>
            <pc:sldMk cId="0" sldId="268"/>
            <ac:spMk id="17" creationId="{00000000-0000-0000-0000-000000000000}"/>
          </ac:spMkLst>
        </pc:spChg>
        <pc:spChg chg="mod">
          <ac:chgData name="Dong Li" userId="225665269_tp_box_2" providerId="OAuth2" clId="{4022F9F0-D9C5-4FCE-A0AB-0EE4D3011A75}" dt="2026-07-28T02:38:10.356" v="27" actId="14100"/>
          <ac:spMkLst>
            <pc:docMk/>
            <pc:sldMk cId="0" sldId="268"/>
            <ac:spMk id="28" creationId="{00000000-0000-0000-0000-000000000000}"/>
          </ac:spMkLst>
        </pc:spChg>
        <pc:spChg chg="mod">
          <ac:chgData name="Dong Li" userId="225665269_tp_box_2" providerId="OAuth2" clId="{4022F9F0-D9C5-4FCE-A0AB-0EE4D3011A75}" dt="2026-07-28T02:38:13.092" v="28" actId="14100"/>
          <ac:spMkLst>
            <pc:docMk/>
            <pc:sldMk cId="0" sldId="268"/>
            <ac:spMk id="39" creationId="{00000000-0000-0000-0000-000000000000}"/>
          </ac:spMkLst>
        </pc:spChg>
        <pc:spChg chg="mod">
          <ac:chgData name="Dong Li" userId="225665269_tp_box_2" providerId="OAuth2" clId="{4022F9F0-D9C5-4FCE-A0AB-0EE4D3011A75}" dt="2026-07-28T02:38:15.276" v="29" actId="14100"/>
          <ac:spMkLst>
            <pc:docMk/>
            <pc:sldMk cId="0" sldId="268"/>
            <ac:spMk id="50" creationId="{00000000-0000-0000-0000-000000000000}"/>
          </ac:spMkLst>
        </pc:spChg>
      </pc:sldChg>
      <pc:sldChg chg="modSp del mod">
        <pc:chgData name="Dong Li" userId="225665269_tp_box_2" providerId="OAuth2" clId="{4022F9F0-D9C5-4FCE-A0AB-0EE4D3011A75}" dt="2026-07-28T03:29:20.853" v="172" actId="47"/>
        <pc:sldMkLst>
          <pc:docMk/>
          <pc:sldMk cId="0" sldId="269"/>
        </pc:sldMkLst>
        <pc:spChg chg="mod">
          <ac:chgData name="Dong Li" userId="225665269_tp_box_2" providerId="OAuth2" clId="{4022F9F0-D9C5-4FCE-A0AB-0EE4D3011A75}" dt="2026-07-28T02:40:06.533" v="37" actId="1035"/>
          <ac:spMkLst>
            <pc:docMk/>
            <pc:sldMk cId="0" sldId="269"/>
            <ac:spMk id="2" creationId="{00000000-0000-0000-0000-000000000000}"/>
          </ac:spMkLst>
        </pc:spChg>
        <pc:spChg chg="mod">
          <ac:chgData name="Dong Li" userId="225665269_tp_box_2" providerId="OAuth2" clId="{4022F9F0-D9C5-4FCE-A0AB-0EE4D3011A75}" dt="2026-07-28T02:39:04.347" v="31" actId="276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ong Li" userId="225665269_tp_box_2" providerId="OAuth2" clId="{4022F9F0-D9C5-4FCE-A0AB-0EE4D3011A75}" dt="2026-07-28T02:39:07.389" v="33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ong Li" userId="225665269_tp_box_2" providerId="OAuth2" clId="{4022F9F0-D9C5-4FCE-A0AB-0EE4D3011A75}" dt="2026-07-28T02:39:10.573" v="34" actId="14100"/>
          <ac:spMkLst>
            <pc:docMk/>
            <pc:sldMk cId="0" sldId="269"/>
            <ac:spMk id="27" creationId="{00000000-0000-0000-0000-000000000000}"/>
          </ac:spMkLst>
        </pc:spChg>
        <pc:spChg chg="mod">
          <ac:chgData name="Dong Li" userId="225665269_tp_box_2" providerId="OAuth2" clId="{4022F9F0-D9C5-4FCE-A0AB-0EE4D3011A75}" dt="2026-07-28T02:39:12.788" v="35" actId="14100"/>
          <ac:spMkLst>
            <pc:docMk/>
            <pc:sldMk cId="0" sldId="269"/>
            <ac:spMk id="34" creationId="{00000000-0000-0000-0000-000000000000}"/>
          </ac:spMkLst>
        </pc:spChg>
      </pc:sldChg>
      <pc:sldChg chg="del">
        <pc:chgData name="Dong Li" userId="225665269_tp_box_2" providerId="OAuth2" clId="{4022F9F0-D9C5-4FCE-A0AB-0EE4D3011A75}" dt="2026-07-28T03:29:15.873" v="171" actId="47"/>
        <pc:sldMkLst>
          <pc:docMk/>
          <pc:sldMk cId="0" sldId="270"/>
        </pc:sldMkLst>
      </pc:sldChg>
      <pc:sldChg chg="modSp mod">
        <pc:chgData name="Dong Li" userId="225665269_tp_box_2" providerId="OAuth2" clId="{4022F9F0-D9C5-4FCE-A0AB-0EE4D3011A75}" dt="2026-07-28T02:54:03.873" v="47" actId="27636"/>
        <pc:sldMkLst>
          <pc:docMk/>
          <pc:sldMk cId="0" sldId="271"/>
        </pc:sldMkLst>
        <pc:spChg chg="mod">
          <ac:chgData name="Dong Li" userId="225665269_tp_box_2" providerId="OAuth2" clId="{4022F9F0-D9C5-4FCE-A0AB-0EE4D3011A75}" dt="2026-07-28T02:54:03.873" v="47" actId="27636"/>
          <ac:spMkLst>
            <pc:docMk/>
            <pc:sldMk cId="0" sldId="271"/>
            <ac:spMk id="25" creationId="{00000000-0000-0000-0000-000000000000}"/>
          </ac:spMkLst>
        </pc:spChg>
      </pc:sldChg>
      <pc:sldChg chg="delSp mod">
        <pc:chgData name="Dong Li" userId="225665269_tp_box_2" providerId="OAuth2" clId="{4022F9F0-D9C5-4FCE-A0AB-0EE4D3011A75}" dt="2026-07-28T03:30:48.180" v="182" actId="478"/>
        <pc:sldMkLst>
          <pc:docMk/>
          <pc:sldMk cId="0" sldId="272"/>
        </pc:sldMkLst>
        <pc:spChg chg="del">
          <ac:chgData name="Dong Li" userId="225665269_tp_box_2" providerId="OAuth2" clId="{4022F9F0-D9C5-4FCE-A0AB-0EE4D3011A75}" dt="2026-07-28T03:30:48.180" v="182" actId="478"/>
          <ac:spMkLst>
            <pc:docMk/>
            <pc:sldMk cId="0" sldId="272"/>
            <ac:spMk id="7" creationId="{00000000-0000-0000-0000-000000000000}"/>
          </ac:spMkLst>
        </pc:spChg>
        <pc:spChg chg="del">
          <ac:chgData name="Dong Li" userId="225665269_tp_box_2" providerId="OAuth2" clId="{4022F9F0-D9C5-4FCE-A0AB-0EE4D3011A75}" dt="2026-07-28T03:30:48.180" v="182" actId="478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Dong Li" userId="225665269_tp_box_2" providerId="OAuth2" clId="{4022F9F0-D9C5-4FCE-A0AB-0EE4D3011A75}" dt="2026-07-28T02:54:03.873" v="50" actId="27636"/>
        <pc:sldMkLst>
          <pc:docMk/>
          <pc:sldMk cId="0" sldId="273"/>
        </pc:sldMkLst>
        <pc:spChg chg="mod">
          <ac:chgData name="Dong Li" userId="225665269_tp_box_2" providerId="OAuth2" clId="{4022F9F0-D9C5-4FCE-A0AB-0EE4D3011A75}" dt="2026-07-28T02:54:03.873" v="50" actId="2763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Dong Li" userId="225665269_tp_box_2" providerId="OAuth2" clId="{4022F9F0-D9C5-4FCE-A0AB-0EE4D3011A75}" dt="2026-07-28T02:54:03.873" v="48" actId="27636"/>
          <ac:spMkLst>
            <pc:docMk/>
            <pc:sldMk cId="0" sldId="273"/>
            <ac:spMk id="31" creationId="{00000000-0000-0000-0000-000000000000}"/>
          </ac:spMkLst>
        </pc:spChg>
        <pc:spChg chg="mod">
          <ac:chgData name="Dong Li" userId="225665269_tp_box_2" providerId="OAuth2" clId="{4022F9F0-D9C5-4FCE-A0AB-0EE4D3011A75}" dt="2026-07-28T02:54:03.873" v="49" actId="27636"/>
          <ac:spMkLst>
            <pc:docMk/>
            <pc:sldMk cId="0" sldId="273"/>
            <ac:spMk id="37" creationId="{00000000-0000-0000-0000-000000000000}"/>
          </ac:spMkLst>
        </pc:spChg>
      </pc:sldChg>
      <pc:sldChg chg="delSp mod">
        <pc:chgData name="Dong Li" userId="225665269_tp_box_2" providerId="OAuth2" clId="{4022F9F0-D9C5-4FCE-A0AB-0EE4D3011A75}" dt="2026-07-28T03:34:24.004" v="183" actId="478"/>
        <pc:sldMkLst>
          <pc:docMk/>
          <pc:sldMk cId="0" sldId="276"/>
        </pc:sldMkLst>
        <pc:spChg chg="del">
          <ac:chgData name="Dong Li" userId="225665269_tp_box_2" providerId="OAuth2" clId="{4022F9F0-D9C5-4FCE-A0AB-0EE4D3011A75}" dt="2026-07-28T03:34:24.004" v="183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Dong Li" userId="225665269_tp_box_2" providerId="OAuth2" clId="{4022F9F0-D9C5-4FCE-A0AB-0EE4D3011A75}" dt="2026-07-28T03:34:24.004" v="183" actId="478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Dong Li" userId="225665269_tp_box_2" providerId="OAuth2" clId="{4022F9F0-D9C5-4FCE-A0AB-0EE4D3011A75}" dt="2026-07-28T03:34:54.075" v="188" actId="14100"/>
        <pc:sldMkLst>
          <pc:docMk/>
          <pc:sldMk cId="0" sldId="277"/>
        </pc:sldMkLst>
        <pc:spChg chg="mod">
          <ac:chgData name="Dong Li" userId="225665269_tp_box_2" providerId="OAuth2" clId="{4022F9F0-D9C5-4FCE-A0AB-0EE4D3011A75}" dt="2026-07-28T03:34:39.712" v="185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Dong Li" userId="225665269_tp_box_2" providerId="OAuth2" clId="{4022F9F0-D9C5-4FCE-A0AB-0EE4D3011A75}" dt="2026-07-28T03:34:42.771" v="186" actId="14100"/>
          <ac:spMkLst>
            <pc:docMk/>
            <pc:sldMk cId="0" sldId="277"/>
            <ac:spMk id="25" creationId="{00000000-0000-0000-0000-000000000000}"/>
          </ac:spMkLst>
        </pc:spChg>
        <pc:spChg chg="mod">
          <ac:chgData name="Dong Li" userId="225665269_tp_box_2" providerId="OAuth2" clId="{4022F9F0-D9C5-4FCE-A0AB-0EE4D3011A75}" dt="2026-07-28T03:34:49.219" v="187" actId="14100"/>
          <ac:spMkLst>
            <pc:docMk/>
            <pc:sldMk cId="0" sldId="277"/>
            <ac:spMk id="31" creationId="{00000000-0000-0000-0000-000000000000}"/>
          </ac:spMkLst>
        </pc:spChg>
        <pc:spChg chg="mod">
          <ac:chgData name="Dong Li" userId="225665269_tp_box_2" providerId="OAuth2" clId="{4022F9F0-D9C5-4FCE-A0AB-0EE4D3011A75}" dt="2026-07-28T03:34:54.075" v="188" actId="14100"/>
          <ac:spMkLst>
            <pc:docMk/>
            <pc:sldMk cId="0" sldId="277"/>
            <ac:spMk id="37" creationId="{00000000-0000-0000-0000-000000000000}"/>
          </ac:spMkLst>
        </pc:spChg>
      </pc:sldChg>
      <pc:sldChg chg="modNotesTx">
        <pc:chgData name="Dong Li" userId="225665269_tp_box_2" providerId="OAuth2" clId="{4022F9F0-D9C5-4FCE-A0AB-0EE4D3011A75}" dt="2026-07-28T04:00:24.505" v="230" actId="20577"/>
        <pc:sldMkLst>
          <pc:docMk/>
          <pc:sldMk cId="0" sldId="278"/>
        </pc:sldMkLst>
      </pc:sldChg>
      <pc:sldChg chg="modNotesTx">
        <pc:chgData name="Dong Li" userId="225665269_tp_box_2" providerId="OAuth2" clId="{4022F9F0-D9C5-4FCE-A0AB-0EE4D3011A75}" dt="2026-07-28T04:54:33.442" v="232" actId="20577"/>
        <pc:sldMkLst>
          <pc:docMk/>
          <pc:sldMk cId="0" sldId="279"/>
        </pc:sldMkLst>
      </pc:sldChg>
      <pc:sldChg chg="modSp mod">
        <pc:chgData name="Dong Li" userId="225665269_tp_box_2" providerId="OAuth2" clId="{4022F9F0-D9C5-4FCE-A0AB-0EE4D3011A75}" dt="2026-07-28T04:57:25.765" v="235" actId="20577"/>
        <pc:sldMkLst>
          <pc:docMk/>
          <pc:sldMk cId="0" sldId="280"/>
        </pc:sldMkLst>
        <pc:spChg chg="mod">
          <ac:chgData name="Dong Li" userId="225665269_tp_box_2" providerId="OAuth2" clId="{4022F9F0-D9C5-4FCE-A0AB-0EE4D3011A75}" dt="2026-07-28T04:57:25.765" v="235" actId="20577"/>
          <ac:spMkLst>
            <pc:docMk/>
            <pc:sldMk cId="0" sldId="280"/>
            <ac:spMk id="13" creationId="{00000000-0000-0000-0000-000000000000}"/>
          </ac:spMkLst>
        </pc:spChg>
      </pc:sldChg>
      <pc:sldChg chg="del">
        <pc:chgData name="Dong Li" userId="225665269_tp_box_2" providerId="OAuth2" clId="{4022F9F0-D9C5-4FCE-A0AB-0EE4D3011A75}" dt="2026-07-28T05:23:05.121" v="236" actId="47"/>
        <pc:sldMkLst>
          <pc:docMk/>
          <pc:sldMk cId="0" sldId="287"/>
        </pc:sldMkLst>
      </pc:sldChg>
      <pc:sldChg chg="modSp mod">
        <pc:chgData name="Dong Li" userId="225665269_tp_box_2" providerId="OAuth2" clId="{4022F9F0-D9C5-4FCE-A0AB-0EE4D3011A75}" dt="2026-07-28T02:54:03.914" v="52" actId="27636"/>
        <pc:sldMkLst>
          <pc:docMk/>
          <pc:sldMk cId="0" sldId="290"/>
        </pc:sldMkLst>
        <pc:spChg chg="mod">
          <ac:chgData name="Dong Li" userId="225665269_tp_box_2" providerId="OAuth2" clId="{4022F9F0-D9C5-4FCE-A0AB-0EE4D3011A75}" dt="2026-07-28T02:54:03.912" v="51" actId="27636"/>
          <ac:spMkLst>
            <pc:docMk/>
            <pc:sldMk cId="0" sldId="290"/>
            <ac:spMk id="15" creationId="{00000000-0000-0000-0000-000000000000}"/>
          </ac:spMkLst>
        </pc:spChg>
        <pc:spChg chg="mod">
          <ac:chgData name="Dong Li" userId="225665269_tp_box_2" providerId="OAuth2" clId="{4022F9F0-D9C5-4FCE-A0AB-0EE4D3011A75}" dt="2026-07-28T02:54:03.914" v="52" actId="27636"/>
          <ac:spMkLst>
            <pc:docMk/>
            <pc:sldMk cId="0" sldId="290"/>
            <ac:spMk id="19" creationId="{00000000-0000-0000-0000-000000000000}"/>
          </ac:spMkLst>
        </pc:spChg>
      </pc:sldChg>
      <pc:sldChg chg="addSp delSp modSp add mod">
        <pc:chgData name="Dong Li" userId="225665269_tp_box_2" providerId="OAuth2" clId="{4022F9F0-D9C5-4FCE-A0AB-0EE4D3011A75}" dt="2026-07-28T03:00:11.144" v="164" actId="22"/>
        <pc:sldMkLst>
          <pc:docMk/>
          <pc:sldMk cId="0" sldId="357"/>
        </pc:sldMkLst>
        <pc:spChg chg="add del mod">
          <ac:chgData name="Dong Li" userId="225665269_tp_box_2" providerId="OAuth2" clId="{4022F9F0-D9C5-4FCE-A0AB-0EE4D3011A75}" dt="2026-07-28T02:56:30.565" v="55" actId="478"/>
          <ac:spMkLst>
            <pc:docMk/>
            <pc:sldMk cId="0" sldId="357"/>
            <ac:spMk id="3" creationId="{D7B95236-4058-1FC2-7036-0727A6D40233}"/>
          </ac:spMkLst>
        </pc:spChg>
        <pc:spChg chg="add del">
          <ac:chgData name="Dong Li" userId="225665269_tp_box_2" providerId="OAuth2" clId="{4022F9F0-D9C5-4FCE-A0AB-0EE4D3011A75}" dt="2026-07-28T02:59:47.064" v="156" actId="22"/>
          <ac:spMkLst>
            <pc:docMk/>
            <pc:sldMk cId="0" sldId="357"/>
            <ac:spMk id="5" creationId="{D6AF32FB-31CD-15E0-F337-48DA00E462B8}"/>
          </ac:spMkLst>
        </pc:spChg>
        <pc:spChg chg="add del">
          <ac:chgData name="Dong Li" userId="225665269_tp_box_2" providerId="OAuth2" clId="{4022F9F0-D9C5-4FCE-A0AB-0EE4D3011A75}" dt="2026-07-28T02:59:51.666" v="160" actId="22"/>
          <ac:spMkLst>
            <pc:docMk/>
            <pc:sldMk cId="0" sldId="357"/>
            <ac:spMk id="9" creationId="{91C791F5-D498-BDEB-5ACC-5EE8795F2F77}"/>
          </ac:spMkLst>
        </pc:spChg>
        <pc:spChg chg="add">
          <ac:chgData name="Dong Li" userId="225665269_tp_box_2" providerId="OAuth2" clId="{4022F9F0-D9C5-4FCE-A0AB-0EE4D3011A75}" dt="2026-07-28T03:00:11.144" v="164" actId="22"/>
          <ac:spMkLst>
            <pc:docMk/>
            <pc:sldMk cId="0" sldId="357"/>
            <ac:spMk id="11" creationId="{B9D9269B-B686-8AE4-C48B-6ADC0EF47D2A}"/>
          </ac:spMkLst>
        </pc:spChg>
        <pc:spChg chg="add">
          <ac:chgData name="Dong Li" userId="225665269_tp_box_2" providerId="OAuth2" clId="{4022F9F0-D9C5-4FCE-A0AB-0EE4D3011A75}" dt="2026-07-28T03:00:11.144" v="164" actId="22"/>
          <ac:spMkLst>
            <pc:docMk/>
            <pc:sldMk cId="0" sldId="357"/>
            <ac:spMk id="13" creationId="{EE1D5F5D-6566-8749-4353-B8F8AC13FC32}"/>
          </ac:spMkLst>
        </pc:spChg>
        <pc:spChg chg="mod">
          <ac:chgData name="Dong Li" userId="225665269_tp_box_2" providerId="OAuth2" clId="{4022F9F0-D9C5-4FCE-A0AB-0EE4D3011A75}" dt="2026-07-28T02:54:19.126" v="53" actId="1076"/>
          <ac:spMkLst>
            <pc:docMk/>
            <pc:sldMk cId="0" sldId="357"/>
            <ac:spMk id="8194" creationId="{ED4763F0-C0C3-0231-49E3-B05796406970}"/>
          </ac:spMkLst>
        </pc:spChg>
        <pc:spChg chg="del">
          <ac:chgData name="Dong Li" userId="225665269_tp_box_2" providerId="OAuth2" clId="{4022F9F0-D9C5-4FCE-A0AB-0EE4D3011A75}" dt="2026-07-28T02:56:26.485" v="54" actId="478"/>
          <ac:spMkLst>
            <pc:docMk/>
            <pc:sldMk cId="0" sldId="357"/>
            <ac:spMk id="8195" creationId="{800EB221-03C9-DAA9-D388-975E4C30DF65}"/>
          </ac:spMkLst>
        </pc:spChg>
        <pc:picChg chg="add del">
          <ac:chgData name="Dong Li" userId="225665269_tp_box_2" providerId="OAuth2" clId="{4022F9F0-D9C5-4FCE-A0AB-0EE4D3011A75}" dt="2026-07-28T02:59:49.753" v="158" actId="22"/>
          <ac:picMkLst>
            <pc:docMk/>
            <pc:sldMk cId="0" sldId="357"/>
            <ac:picMk id="7" creationId="{9256A7D7-A6EF-70A9-2053-F0DCD9DA8FEB}"/>
          </ac:picMkLst>
        </pc:picChg>
        <pc:picChg chg="mod">
          <ac:chgData name="Dong Li" userId="225665269_tp_box_2" providerId="OAuth2" clId="{4022F9F0-D9C5-4FCE-A0AB-0EE4D3011A75}" dt="2026-07-28T02:56:37.471" v="90" actId="1035"/>
          <ac:picMkLst>
            <pc:docMk/>
            <pc:sldMk cId="0" sldId="357"/>
            <ac:picMk id="8196" creationId="{48BD26E2-840F-C30A-1FD8-DFCF106A3670}"/>
          </ac:picMkLst>
        </pc:picChg>
      </pc:sldChg>
      <pc:sldChg chg="addSp delSp modSp add mod">
        <pc:chgData name="Dong Li" userId="225665269_tp_box_2" providerId="OAuth2" clId="{4022F9F0-D9C5-4FCE-A0AB-0EE4D3011A75}" dt="2026-07-28T03:30:12.852" v="181" actId="20577"/>
        <pc:sldMkLst>
          <pc:docMk/>
          <pc:sldMk cId="0" sldId="358"/>
        </pc:sldMkLst>
        <pc:spChg chg="add del mod">
          <ac:chgData name="Dong Li" userId="225665269_tp_box_2" providerId="OAuth2" clId="{4022F9F0-D9C5-4FCE-A0AB-0EE4D3011A75}" dt="2026-07-28T02:56:47.892" v="92" actId="478"/>
          <ac:spMkLst>
            <pc:docMk/>
            <pc:sldMk cId="0" sldId="358"/>
            <ac:spMk id="3" creationId="{BF3C2B78-6CDF-8626-868D-A3B89E9B888E}"/>
          </ac:spMkLst>
        </pc:spChg>
        <pc:spChg chg="mod">
          <ac:chgData name="Dong Li" userId="225665269_tp_box_2" providerId="OAuth2" clId="{4022F9F0-D9C5-4FCE-A0AB-0EE4D3011A75}" dt="2026-07-28T03:30:12.852" v="181" actId="20577"/>
          <ac:spMkLst>
            <pc:docMk/>
            <pc:sldMk cId="0" sldId="358"/>
            <ac:spMk id="9218" creationId="{CA5A3324-A109-E324-1337-0DDBDDE6335C}"/>
          </ac:spMkLst>
        </pc:spChg>
        <pc:spChg chg="del">
          <ac:chgData name="Dong Li" userId="225665269_tp_box_2" providerId="OAuth2" clId="{4022F9F0-D9C5-4FCE-A0AB-0EE4D3011A75}" dt="2026-07-28T02:56:45.121" v="91" actId="478"/>
          <ac:spMkLst>
            <pc:docMk/>
            <pc:sldMk cId="0" sldId="358"/>
            <ac:spMk id="9219" creationId="{98EF1598-60A0-190D-83B9-01049EA2FDC8}"/>
          </ac:spMkLst>
        </pc:spChg>
        <pc:picChg chg="mod">
          <ac:chgData name="Dong Li" userId="225665269_tp_box_2" providerId="OAuth2" clId="{4022F9F0-D9C5-4FCE-A0AB-0EE4D3011A75}" dt="2026-07-28T02:56:55.704" v="132" actId="1035"/>
          <ac:picMkLst>
            <pc:docMk/>
            <pc:sldMk cId="0" sldId="358"/>
            <ac:picMk id="9220" creationId="{FD7BD8D0-0EE6-47E6-9CC5-B7458E5FFF48}"/>
          </ac:picMkLst>
        </pc:picChg>
      </pc:sldChg>
      <pc:sldChg chg="add">
        <pc:chgData name="Dong Li" userId="225665269_tp_box_2" providerId="OAuth2" clId="{4022F9F0-D9C5-4FCE-A0AB-0EE4D3011A75}" dt="2026-07-28T02:54:03.524" v="38"/>
        <pc:sldMkLst>
          <pc:docMk/>
          <pc:sldMk cId="0" sldId="359"/>
        </pc:sldMkLst>
      </pc:sldChg>
      <pc:sldChg chg="add del">
        <pc:chgData name="Dong Li" userId="225665269_tp_box_2" providerId="OAuth2" clId="{4022F9F0-D9C5-4FCE-A0AB-0EE4D3011A75}" dt="2026-07-28T02:57:12.260" v="133" actId="47"/>
        <pc:sldMkLst>
          <pc:docMk/>
          <pc:sldMk cId="0" sldId="360"/>
        </pc:sldMkLst>
      </pc:sldChg>
      <pc:sldChg chg="add del">
        <pc:chgData name="Dong Li" userId="225665269_tp_box_2" providerId="OAuth2" clId="{4022F9F0-D9C5-4FCE-A0AB-0EE4D3011A75}" dt="2026-07-28T02:57:17.836" v="134" actId="47"/>
        <pc:sldMkLst>
          <pc:docMk/>
          <pc:sldMk cId="0" sldId="361"/>
        </pc:sldMkLst>
      </pc:sldChg>
      <pc:sldChg chg="modSp add del mod">
        <pc:chgData name="Dong Li" userId="225665269_tp_box_2" providerId="OAuth2" clId="{4022F9F0-D9C5-4FCE-A0AB-0EE4D3011A75}" dt="2026-07-28T02:57:52.141" v="136" actId="47"/>
        <pc:sldMkLst>
          <pc:docMk/>
          <pc:sldMk cId="0" sldId="362"/>
        </pc:sldMkLst>
        <pc:spChg chg="mod">
          <ac:chgData name="Dong Li" userId="225665269_tp_box_2" providerId="OAuth2" clId="{4022F9F0-D9C5-4FCE-A0AB-0EE4D3011A75}" dt="2026-07-28T02:54:03.784" v="39" actId="27636"/>
          <ac:spMkLst>
            <pc:docMk/>
            <pc:sldMk cId="0" sldId="362"/>
            <ac:spMk id="3" creationId="{AE046F25-CECC-867C-F993-A7FAFE634A80}"/>
          </ac:spMkLst>
        </pc:spChg>
      </pc:sldChg>
      <pc:sldChg chg="addSp delSp modSp add mod">
        <pc:chgData name="Dong Li" userId="225665269_tp_box_2" providerId="OAuth2" clId="{4022F9F0-D9C5-4FCE-A0AB-0EE4D3011A75}" dt="2026-07-28T03:28:19.637" v="166" actId="22"/>
        <pc:sldMkLst>
          <pc:docMk/>
          <pc:sldMk cId="0" sldId="363"/>
        </pc:sldMkLst>
        <pc:spChg chg="del">
          <ac:chgData name="Dong Li" userId="225665269_tp_box_2" providerId="OAuth2" clId="{4022F9F0-D9C5-4FCE-A0AB-0EE4D3011A75}" dt="2026-07-28T02:58:04.036" v="137" actId="478"/>
          <ac:spMkLst>
            <pc:docMk/>
            <pc:sldMk cId="0" sldId="363"/>
            <ac:spMk id="3" creationId="{5CB04BEB-C701-5324-B0CE-ED4075452713}"/>
          </ac:spMkLst>
        </pc:spChg>
        <pc:spChg chg="add del mod">
          <ac:chgData name="Dong Li" userId="225665269_tp_box_2" providerId="OAuth2" clId="{4022F9F0-D9C5-4FCE-A0AB-0EE4D3011A75}" dt="2026-07-28T02:58:07.276" v="138" actId="478"/>
          <ac:spMkLst>
            <pc:docMk/>
            <pc:sldMk cId="0" sldId="363"/>
            <ac:spMk id="4" creationId="{B1C7D82B-780F-BCF9-CF32-F881FC7728ED}"/>
          </ac:spMkLst>
        </pc:spChg>
        <pc:spChg chg="add">
          <ac:chgData name="Dong Li" userId="225665269_tp_box_2" providerId="OAuth2" clId="{4022F9F0-D9C5-4FCE-A0AB-0EE4D3011A75}" dt="2026-07-28T03:28:19.637" v="166" actId="22"/>
          <ac:spMkLst>
            <pc:docMk/>
            <pc:sldMk cId="0" sldId="363"/>
            <ac:spMk id="6" creationId="{10113E29-1101-B695-B838-8441280EED3E}"/>
          </ac:spMkLst>
        </pc:spChg>
        <pc:spChg chg="add">
          <ac:chgData name="Dong Li" userId="225665269_tp_box_2" providerId="OAuth2" clId="{4022F9F0-D9C5-4FCE-A0AB-0EE4D3011A75}" dt="2026-07-28T03:28:19.637" v="166" actId="22"/>
          <ac:spMkLst>
            <pc:docMk/>
            <pc:sldMk cId="0" sldId="363"/>
            <ac:spMk id="8" creationId="{9A4F3DAF-0730-0A7D-B9AE-19B7A301CB94}"/>
          </ac:spMkLst>
        </pc:spChg>
        <pc:spChg chg="mod">
          <ac:chgData name="Dong Li" userId="225665269_tp_box_2" providerId="OAuth2" clId="{4022F9F0-D9C5-4FCE-A0AB-0EE4D3011A75}" dt="2026-07-28T02:58:19.971" v="141" actId="1076"/>
          <ac:spMkLst>
            <pc:docMk/>
            <pc:sldMk cId="0" sldId="363"/>
            <ac:spMk id="16386" creationId="{3A37E248-2629-A716-F9FF-FB307DEEED0D}"/>
          </ac:spMkLst>
        </pc:spChg>
        <pc:picChg chg="mod">
          <ac:chgData name="Dong Li" userId="225665269_tp_box_2" providerId="OAuth2" clId="{4022F9F0-D9C5-4FCE-A0AB-0EE4D3011A75}" dt="2026-07-28T02:58:16.666" v="140" actId="1076"/>
          <ac:picMkLst>
            <pc:docMk/>
            <pc:sldMk cId="0" sldId="363"/>
            <ac:picMk id="16388" creationId="{35F84426-2B13-077C-96F1-3BDFFEF7A01A}"/>
          </ac:picMkLst>
        </pc:picChg>
      </pc:sldChg>
      <pc:sldChg chg="addSp delSp modSp add mod">
        <pc:chgData name="Dong Li" userId="225665269_tp_box_2" providerId="OAuth2" clId="{4022F9F0-D9C5-4FCE-A0AB-0EE4D3011A75}" dt="2026-07-28T02:58:40.842" v="147" actId="1076"/>
        <pc:sldMkLst>
          <pc:docMk/>
          <pc:sldMk cId="0" sldId="364"/>
        </pc:sldMkLst>
        <pc:spChg chg="add del mod">
          <ac:chgData name="Dong Li" userId="225665269_tp_box_2" providerId="OAuth2" clId="{4022F9F0-D9C5-4FCE-A0AB-0EE4D3011A75}" dt="2026-07-28T02:58:30.440" v="143" actId="478"/>
          <ac:spMkLst>
            <pc:docMk/>
            <pc:sldMk cId="0" sldId="364"/>
            <ac:spMk id="3" creationId="{55E14A38-7DCD-0A49-66FD-39F70A16CF4A}"/>
          </ac:spMkLst>
        </pc:spChg>
        <pc:spChg chg="mod">
          <ac:chgData name="Dong Li" userId="225665269_tp_box_2" providerId="OAuth2" clId="{4022F9F0-D9C5-4FCE-A0AB-0EE4D3011A75}" dt="2026-07-28T02:58:40.842" v="147" actId="1076"/>
          <ac:spMkLst>
            <pc:docMk/>
            <pc:sldMk cId="0" sldId="364"/>
            <ac:spMk id="17410" creationId="{EB941CCA-1D14-82D0-4B59-D8286CADA6EE}"/>
          </ac:spMkLst>
        </pc:spChg>
        <pc:spChg chg="del mod">
          <ac:chgData name="Dong Li" userId="225665269_tp_box_2" providerId="OAuth2" clId="{4022F9F0-D9C5-4FCE-A0AB-0EE4D3011A75}" dt="2026-07-28T02:58:27.950" v="142" actId="478"/>
          <ac:spMkLst>
            <pc:docMk/>
            <pc:sldMk cId="0" sldId="364"/>
            <ac:spMk id="17411" creationId="{249680A0-46D0-6E7A-926D-727982377F60}"/>
          </ac:spMkLst>
        </pc:spChg>
        <pc:picChg chg="mod">
          <ac:chgData name="Dong Li" userId="225665269_tp_box_2" providerId="OAuth2" clId="{4022F9F0-D9C5-4FCE-A0AB-0EE4D3011A75}" dt="2026-07-28T02:58:37.697" v="146" actId="1076"/>
          <ac:picMkLst>
            <pc:docMk/>
            <pc:sldMk cId="0" sldId="364"/>
            <ac:picMk id="17412" creationId="{9D82F32C-9F44-E0D1-DE36-1027170DC4DA}"/>
          </ac:picMkLst>
        </pc:picChg>
      </pc:sldChg>
      <pc:sldChg chg="modSp add mod">
        <pc:chgData name="Dong Li" userId="225665269_tp_box_2" providerId="OAuth2" clId="{4022F9F0-D9C5-4FCE-A0AB-0EE4D3011A75}" dt="2026-07-28T03:28:43.121" v="169" actId="14100"/>
        <pc:sldMkLst>
          <pc:docMk/>
          <pc:sldMk cId="0" sldId="365"/>
        </pc:sldMkLst>
        <pc:spChg chg="mod">
          <ac:chgData name="Dong Li" userId="225665269_tp_box_2" providerId="OAuth2" clId="{4022F9F0-D9C5-4FCE-A0AB-0EE4D3011A75}" dt="2026-07-28T02:59:10.800" v="153" actId="27636"/>
          <ac:spMkLst>
            <pc:docMk/>
            <pc:sldMk cId="0" sldId="365"/>
            <ac:spMk id="3" creationId="{ED8B45E8-0A64-E243-8CB0-180A140519B0}"/>
          </ac:spMkLst>
        </pc:spChg>
        <pc:spChg chg="mod">
          <ac:chgData name="Dong Li" userId="225665269_tp_box_2" providerId="OAuth2" clId="{4022F9F0-D9C5-4FCE-A0AB-0EE4D3011A75}" dt="2026-07-28T02:54:03.809" v="42" actId="27636"/>
          <ac:spMkLst>
            <pc:docMk/>
            <pc:sldMk cId="0" sldId="365"/>
            <ac:spMk id="18434" creationId="{079DE0D1-94F1-D6D1-9F82-7575A43064BB}"/>
          </ac:spMkLst>
        </pc:spChg>
        <pc:picChg chg="mod">
          <ac:chgData name="Dong Li" userId="225665269_tp_box_2" providerId="OAuth2" clId="{4022F9F0-D9C5-4FCE-A0AB-0EE4D3011A75}" dt="2026-07-28T03:28:43.121" v="169" actId="14100"/>
          <ac:picMkLst>
            <pc:docMk/>
            <pc:sldMk cId="0" sldId="365"/>
            <ac:picMk id="18436" creationId="{C5357B35-AA68-3798-4291-CF645472C157}"/>
          </ac:picMkLst>
        </pc:picChg>
      </pc:sldChg>
      <pc:sldChg chg="add">
        <pc:chgData name="Dong Li" userId="225665269_tp_box_2" providerId="OAuth2" clId="{4022F9F0-D9C5-4FCE-A0AB-0EE4D3011A75}" dt="2026-07-28T02:57:46.312" v="135"/>
        <pc:sldMkLst>
          <pc:docMk/>
          <pc:sldMk cId="3496040919" sldId="36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Example distributed word-count throughput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lines/sec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40000</c:v>
                </c:pt>
                <c:pt idx="1">
                  <c:v>65000</c:v>
                </c:pt>
                <c:pt idx="2">
                  <c:v>90000</c:v>
                </c:pt>
                <c:pt idx="3">
                  <c:v>88000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62-4432-B9D0-A39D73F57D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51C6-AEE2-425F-A114-10356D5F6E5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155E0-0BC2-4119-A012-ED702A84E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1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lgo.monster/liteproblems/3042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iscuss.datasciencedojo.com/t/explaining-the-function-of-split-and-join-in-python/746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979FCD83-7374-1E80-1080-5637403EB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61A77441-D950-2D4B-DD26-70D8A0B52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/>
              <a:t>Recvbuf only matters at the root.</a:t>
            </a:r>
          </a:p>
          <a:p>
            <a:r>
              <a:rPr lang="en-US" altLang="en-US"/>
              <a:t>Count: number of elements in send buffer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AA9EC73E-CFDE-847E-A2DE-722C46530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40B56D0-4764-488F-B84B-6068185DF896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Local_word_count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code </a:t>
            </a:r>
            <a:r>
              <a:rPr lang="en-US" dirty="0"/>
              <a:t>counts the total frequency of every individual word across all the text lines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155E0-0BC2-4119-A012-ED702A84E37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code snippet generates a list of n strings, where each string contains 20 words sampled from a list of words called vocab. It uses a rolling or shifting window technique to create predictable sequences of words.</a:t>
            </a:r>
          </a:p>
          <a:p>
            <a:endParaRPr lang="en-US" dirty="0"/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i+j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%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(vocab)</a:t>
            </a:r>
            <a:r>
              <a:rPr lang="en-US" dirty="0"/>
              <a:t>: This calculates the index of the word to grab from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</a:t>
            </a:r>
            <a:r>
              <a:rPr lang="en-US" dirty="0"/>
              <a:t>. The modulo operator (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  <a:r>
              <a:rPr lang="en-US" dirty="0"/>
              <a:t>) ensures that if the index exceeds the length of the vocabulary, it wraps back around to the beginning (index 0).</a:t>
            </a:r>
          </a:p>
          <a:p>
            <a:endParaRPr lang="en-US" dirty="0"/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".join(...)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This takes the 20 retrieved words and merges them into a single string, separating each word with a space.</a:t>
            </a:r>
            <a:r>
              <a:rPr lang="en-US" dirty="0"/>
              <a:t> [</a:t>
            </a:r>
            <a:r>
              <a:rPr lang="en-US" dirty="0">
                <a:hlinkClick r:id="rId3"/>
              </a:rPr>
              <a:t>1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2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counter.most_common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method returns a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 of tuples</a:t>
            </a:r>
            <a:r>
              <a:rPr lang="en-US" dirty="0"/>
              <a:t> containing elements and their corresponding frequencies,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sorted in descending order</a:t>
            </a:r>
            <a:r>
              <a:rPr lang="en-US" dirty="0"/>
              <a:t> from the highest count to the lowest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155E0-0BC2-4119-A012-ED702A84E3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7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12016" y="2625142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58653" y="3380290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15139" y="876311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27670" y="2979963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42482" y="3434212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99330" y="3044833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5520" y="503028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01733" y="5541116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69487" y="1337258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24020" y="4720454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39102" y="1182743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99156" y="3442873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28737" y="4855181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2279" y="858016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77368" y="1889424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88451" y="446977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60107" y="920144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03842" y="2756623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849506" y="3853637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39073" y="3170740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28608" y="1485401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33645" y="1495390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39056" y="3205214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23240" y="3313015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83707" y="3942233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62834" y="3058680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36347" y="4595377"/>
            <a:ext cx="109728" cy="109728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87075" y="3416943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10365342" y="1712793"/>
            <a:ext cx="781443" cy="560434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411364" y="2305848"/>
            <a:ext cx="684274" cy="29911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506314" y="3082637"/>
            <a:ext cx="770092" cy="414976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282015" y="1390802"/>
            <a:ext cx="331590" cy="621299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419745" y="2696978"/>
            <a:ext cx="1109387" cy="290931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99871" y="4025246"/>
            <a:ext cx="1387875" cy="599372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113965" y="4106406"/>
            <a:ext cx="656138" cy="99695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022364" y="3628825"/>
            <a:ext cx="808792" cy="127674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9845664" y="3031354"/>
            <a:ext cx="1224818" cy="634441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028315" y="4100444"/>
            <a:ext cx="1149540" cy="548948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06427" y="2773323"/>
            <a:ext cx="764136" cy="672258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623936" y="4653651"/>
            <a:ext cx="1241245" cy="728463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83590" y="1737839"/>
            <a:ext cx="478980" cy="518194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7785426" y="1069814"/>
            <a:ext cx="727988" cy="425457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692214" y="3761358"/>
            <a:ext cx="956042" cy="606636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8003437" y="2430157"/>
            <a:ext cx="465109" cy="70157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950976"/>
            <a:ext cx="6002477" cy="1546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F172A"/>
                </a:solidFill>
              </a:defRPr>
            </a:pPr>
            <a:r>
              <a:rPr dirty="0"/>
              <a:t>MPI-Style Workflows</a:t>
            </a:r>
          </a:p>
          <a:p>
            <a:pPr>
              <a:defRPr sz="2600">
                <a:solidFill>
                  <a:srgbClr val="7C3AED"/>
                </a:solidFill>
              </a:defRPr>
            </a:pPr>
            <a:r>
              <a:rPr lang="en-US" dirty="0"/>
              <a:t>J</a:t>
            </a:r>
            <a:r>
              <a:rPr lang="en-US" altLang="zh-CN" dirty="0"/>
              <a:t>uly 28</a:t>
            </a:r>
            <a:r>
              <a:rPr dirty="0"/>
              <a:t>: Simulated Distributed Systems</a:t>
            </a:r>
          </a:p>
          <a:p>
            <a:pPr>
              <a:defRPr sz="1650">
                <a:solidFill>
                  <a:srgbClr val="64748B"/>
                </a:solidFill>
              </a:defRPr>
            </a:pPr>
            <a:r>
              <a:rPr dirty="0"/>
              <a:t>Ranks • collectives • scatter/gather/reduce • mini-MPI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" y="4114800"/>
            <a:ext cx="3337560" cy="12344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82296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96112" y="4233672"/>
            <a:ext cx="512064" cy="51206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6112" y="42702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36192" y="4206240"/>
            <a:ext cx="2377439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Big idea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Distributed computing is about explicit communication among workers.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88536" y="4114800"/>
            <a:ext cx="3337560" cy="12344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251960" y="40690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51960" y="4069080"/>
            <a:ext cx="82296" cy="12344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416552" y="423367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16552" y="42702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56632" y="4206240"/>
            <a:ext cx="2377439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Student output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Implement mini-MPI primitives using multiprocessing.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Today’s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From process pools to MPI-style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645920"/>
            <a:ext cx="1993392" cy="33375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19933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82296" cy="3337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8952" y="176479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737360"/>
            <a:ext cx="1033272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Recap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shards and parallel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1645920"/>
            <a:ext cx="1993392" cy="33375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07791" y="1600200"/>
            <a:ext cx="19933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1" y="1600200"/>
            <a:ext cx="82296" cy="33375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72384" y="1764792"/>
            <a:ext cx="512064" cy="51206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2384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1737360"/>
            <a:ext cx="1161287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MPI model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rPr dirty="0"/>
              <a:t>rank, world size, root, communicator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1645920"/>
            <a:ext cx="1993392" cy="33375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21224" y="1600200"/>
            <a:ext cx="19933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21224" y="1600200"/>
            <a:ext cx="82296" cy="3337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85816" y="176479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85816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1737360"/>
            <a:ext cx="1033272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Collectives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broadcast, scatter, gather, reduce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1645920"/>
            <a:ext cx="1993392" cy="33375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34656" y="1600200"/>
            <a:ext cx="19933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34656" y="1600200"/>
            <a:ext cx="82296" cy="333756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99248" y="176479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99248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1737360"/>
            <a:ext cx="1033272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Simulation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queues, workers, messages, barriers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4663" y="1645920"/>
            <a:ext cx="1993392" cy="33375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48088" y="1600200"/>
            <a:ext cx="19933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48088" y="1600200"/>
            <a:ext cx="82296" cy="33375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1764792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12680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1737360"/>
            <a:ext cx="1033272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Lab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build mini-MPI and distributed word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6126480"/>
            <a:ext cx="1645920" cy="1645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1. Recap and Motivation</a:t>
            </a:r>
          </a:p>
          <a:p>
            <a:pPr>
              <a:spcBef>
                <a:spcPts val="800"/>
              </a:spcBef>
              <a:defRPr sz="1850">
                <a:solidFill>
                  <a:srgbClr val="CBD5E1"/>
                </a:solidFill>
              </a:defRPr>
            </a:pPr>
            <a:r>
              <a:t>Why simulate distributed systems before using real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Day 4 Recap: Shards Become Distributed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Inference taught split → compute → gather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1371600"/>
            <a:ext cx="3246120" cy="33832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82296" cy="3383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" y="149047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15270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463039"/>
            <a:ext cx="22860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Split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divide data into chunks or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371600"/>
            <a:ext cx="3246120" cy="33832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325880"/>
            <a:ext cx="82296" cy="33832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149047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5270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463039"/>
            <a:ext cx="22860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Compute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workers run local work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371600"/>
            <a:ext cx="3246120" cy="33832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38160" y="13258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82296" cy="33832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02752" y="149047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15270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463039"/>
            <a:ext cx="22860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Aggregate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combine predictions, metrics, or partial 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5486400"/>
            <a:ext cx="7955279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67712" y="5513832"/>
            <a:ext cx="78089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Day 5 adds explicit communication patterns: who sends what to whom?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Why Learn MPI-Style Thinking?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These ideas appear in HPC, cloud systems, and distributed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82296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139903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Weather simulation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domain decomposition + reductions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234440"/>
            <a:ext cx="82296" cy="1325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139903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Search indexing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scatter documents, gather indexes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2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234440"/>
            <a:ext cx="82296" cy="13258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39903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Recommendation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score user shards, reduce top-k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3108960"/>
            <a:ext cx="82296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0392" y="327355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LLM serving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route requests, aggregate telemetry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48056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108960"/>
            <a:ext cx="82296" cy="13258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45152" y="3273552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Distributed training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broadcast parameters, all-reduce gradients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189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3108960"/>
            <a:ext cx="82296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9912" y="3273552"/>
            <a:ext cx="512064" cy="512064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3991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Data analytics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map chunks, reduce summaries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6126480"/>
            <a:ext cx="1645920" cy="1645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2. MPI Mental Model</a:t>
            </a:r>
          </a:p>
          <a:p>
            <a:pPr>
              <a:spcBef>
                <a:spcPts val="800"/>
              </a:spcBef>
              <a:defRPr sz="1850">
                <a:solidFill>
                  <a:srgbClr val="CBD5E1"/>
                </a:solidFill>
              </a:defRPr>
            </a:pPr>
            <a:r>
              <a:t>Rank, world size, root, communicator,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MPI 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Many processes run the same program but know their 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45920"/>
            <a:ext cx="2331720" cy="2011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82296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737360"/>
            <a:ext cx="1371599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Rank 0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worker id = 0</a:t>
            </a:r>
            <a:br/>
            <a:r>
              <a:t>world size =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5" y="1645920"/>
            <a:ext cx="2331720" cy="2011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20439" y="160020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0439" y="1600200"/>
            <a:ext cx="82296" cy="2011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85031" y="176479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85031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1737360"/>
            <a:ext cx="1371599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Rank 1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worker id = 1</a:t>
            </a:r>
            <a:br/>
            <a:r>
              <a:t>world size =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1645920"/>
            <a:ext cx="2331720" cy="2011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59" y="160020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59" y="1600200"/>
            <a:ext cx="82296" cy="2011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73951" y="176479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1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1737360"/>
            <a:ext cx="1371599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Rank 2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worker id = 2</a:t>
            </a:r>
            <a:br/>
            <a:r>
              <a:t>world size =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5" y="1645920"/>
            <a:ext cx="2331720" cy="2011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160020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1600200"/>
            <a:ext cx="82296" cy="20116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62872" y="176479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62872" y="18013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1737360"/>
            <a:ext cx="1371599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Rank 3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worker id = 3</a:t>
            </a:r>
            <a:br/>
            <a:r>
              <a:t>world size =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480560"/>
            <a:ext cx="868680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10512" y="4507992"/>
            <a:ext cx="8540496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Rank = process identity; world size = number of participating processes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Key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Vocabulary for collective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82296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139903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Rank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unique integer ID for a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234440"/>
            <a:ext cx="82296" cy="1325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139903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World size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number of processes in the 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2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234440"/>
            <a:ext cx="82296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39903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Root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special source or destination rank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3108960"/>
            <a:ext cx="82296" cy="13258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0392" y="327355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Communicator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group/context of participating processes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48056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108960"/>
            <a:ext cx="82296" cy="13258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45152" y="3273552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msg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Message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data exchanged between processes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189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3108960"/>
            <a:ext cx="82296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9912" y="3273552"/>
            <a:ext cx="512064" cy="512064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3991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Collective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operation involving all processes in a group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SPMD: Same Program, Multiple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Each rank branches based on its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Pseudocode for SPMD style</a:t>
            </a:r>
            <a:br/>
            <a:r>
              <a:t>rank = get_rank()</a:t>
            </a:r>
            <a:br/>
            <a:r>
              <a:t>world_size = get_world_size()</a:t>
            </a:r>
            <a:br/>
            <a:br/>
            <a:r>
              <a:t>if rank == 0:</a:t>
            </a:r>
            <a:br/>
            <a:r>
              <a:t>    data = read_dataset()</a:t>
            </a:r>
            <a:br/>
            <a:r>
              <a:t>else:</a:t>
            </a:r>
            <a:br/>
            <a:r>
              <a:t>    data = None</a:t>
            </a:r>
            <a:br/>
            <a:br/>
            <a:r>
              <a:t>chunk = scatter(data, root=0)</a:t>
            </a:r>
            <a:br/>
            <a:r>
              <a:t>local_result = compute(chunk)</a:t>
            </a:r>
            <a:br/>
            <a:r>
              <a:t>all_results = gather(local_result, root=0)</a:t>
            </a:r>
            <a:br/>
            <a:br/>
            <a:r>
              <a:t>if rank == 0:</a:t>
            </a:r>
            <a:br/>
            <a:r>
              <a:t>    final = reduce_results(all_results)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6126480"/>
            <a:ext cx="1645920" cy="1645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3. Collective Communication Patterns</a:t>
            </a:r>
          </a:p>
          <a:p>
            <a:pPr>
              <a:spcBef>
                <a:spcPts val="800"/>
              </a:spcBef>
              <a:defRPr sz="1850">
                <a:solidFill>
                  <a:srgbClr val="CBD5E1"/>
                </a:solidFill>
              </a:defRPr>
            </a:pPr>
            <a:r>
              <a:t>Broadcast, scatter, gather, reduce, all-reduce,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D4763F0-C0C3-0231-49E3-B05796406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72143" y="0"/>
            <a:ext cx="8229600" cy="1143000"/>
          </a:xfrm>
        </p:spPr>
        <p:txBody>
          <a:bodyPr/>
          <a:lstStyle/>
          <a:p>
            <a:r>
              <a:rPr lang="en-US" altLang="en-US" dirty="0"/>
              <a:t>One-to-all Broadcast</a:t>
            </a:r>
          </a:p>
        </p:txBody>
      </p:sp>
      <p:pic>
        <p:nvPicPr>
          <p:cNvPr id="8196" name="Picture 1">
            <a:extLst>
              <a:ext uri="{FF2B5EF4-FFF2-40B4-BE49-F238E27FC236}">
                <a16:creationId xmlns:a16="http://schemas.microsoft.com/office/drawing/2014/main" id="{48BD26E2-840F-C30A-1FD8-DFCF106A3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450" y="1469569"/>
            <a:ext cx="8534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le 34">
            <a:extLst>
              <a:ext uri="{FF2B5EF4-FFF2-40B4-BE49-F238E27FC236}">
                <a16:creationId xmlns:a16="http://schemas.microsoft.com/office/drawing/2014/main" id="{B9D9269B-B686-8AE4-C48B-6ADC0EF47D2A}"/>
              </a:ext>
            </a:extLst>
          </p:cNvPr>
          <p:cNvSpPr/>
          <p:nvPr/>
        </p:nvSpPr>
        <p:spPr>
          <a:xfrm>
            <a:off x="1828800" y="5486400"/>
            <a:ext cx="8412480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1D5F5D-6566-8749-4353-B8F8AC13FC32}"/>
              </a:ext>
            </a:extLst>
          </p:cNvPr>
          <p:cNvSpPr txBox="1"/>
          <p:nvPr/>
        </p:nvSpPr>
        <p:spPr>
          <a:xfrm>
            <a:off x="1901952" y="5513832"/>
            <a:ext cx="82661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use: broadcast model parameters, configuration, vocabulary, or random seed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CA5A3324-A109-E324-1337-0DDBDDE63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All-to-one Reduction (Reduce)</a:t>
            </a:r>
          </a:p>
        </p:txBody>
      </p:sp>
      <p:pic>
        <p:nvPicPr>
          <p:cNvPr id="9220" name="Picture 3">
            <a:extLst>
              <a:ext uri="{FF2B5EF4-FFF2-40B4-BE49-F238E27FC236}">
                <a16:creationId xmlns:a16="http://schemas.microsoft.com/office/drawing/2014/main" id="{FD7BD8D0-0EE6-47E6-9CC5-B7458E5FF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87082"/>
            <a:ext cx="86868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CCE960A-EC0D-EDE8-C396-BCB61286E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MPI_Op Predefined Reduction Operations</a:t>
            </a:r>
          </a:p>
        </p:txBody>
      </p:sp>
      <p:pic>
        <p:nvPicPr>
          <p:cNvPr id="11267" name="Content Placeholder 3">
            <a:extLst>
              <a:ext uri="{FF2B5EF4-FFF2-40B4-BE49-F238E27FC236}">
                <a16:creationId xmlns:a16="http://schemas.microsoft.com/office/drawing/2014/main" id="{D797D068-034D-CF32-1DA7-620F0C18BD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7564" y="1143000"/>
            <a:ext cx="8093075" cy="50292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CFB2-AE4B-3031-90C6-BAB46450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2A2B8F-C6FE-B000-3AF3-B3A8E98F4A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54A4F7-4FAE-1FC6-2673-6F3959860BA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3A455-11F1-74E5-2B00-5FB27BE932B6}"/>
              </a:ext>
            </a:extLst>
          </p:cNvPr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D9ACB-622E-21A1-1C3C-19EA682296D6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A2A25-2490-8F13-3F9E-08609375E49E}"/>
              </a:ext>
            </a:extLst>
          </p:cNvPr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Reduce and All-Reduce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DBFF2-903E-7DEC-7E8A-340703D50AB5}"/>
              </a:ext>
            </a:extLst>
          </p:cNvPr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Combine values such as sum, max, min, average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96F2DD-58C1-DA94-15E3-DD6485419BFE}"/>
              </a:ext>
            </a:extLst>
          </p:cNvPr>
          <p:cNvSpPr/>
          <p:nvPr/>
        </p:nvSpPr>
        <p:spPr>
          <a:xfrm>
            <a:off x="859536" y="1463040"/>
            <a:ext cx="4846320" cy="32918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026422-003A-7627-574F-265107EA55FA}"/>
              </a:ext>
            </a:extLst>
          </p:cNvPr>
          <p:cNvSpPr/>
          <p:nvPr/>
        </p:nvSpPr>
        <p:spPr>
          <a:xfrm>
            <a:off x="822960" y="1417320"/>
            <a:ext cx="4846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7ACA05-9090-F098-7A99-CF43308FF7C7}"/>
              </a:ext>
            </a:extLst>
          </p:cNvPr>
          <p:cNvSpPr/>
          <p:nvPr/>
        </p:nvSpPr>
        <p:spPr>
          <a:xfrm>
            <a:off x="822960" y="1417320"/>
            <a:ext cx="82296" cy="32918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A71FDA-6E7D-7720-B582-9C2C1C6E65A4}"/>
              </a:ext>
            </a:extLst>
          </p:cNvPr>
          <p:cNvSpPr/>
          <p:nvPr/>
        </p:nvSpPr>
        <p:spPr>
          <a:xfrm>
            <a:off x="987552" y="158191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7CDE2-92B6-F1BB-8E19-C21DCE030644}"/>
              </a:ext>
            </a:extLst>
          </p:cNvPr>
          <p:cNvSpPr txBox="1"/>
          <p:nvPr/>
        </p:nvSpPr>
        <p:spPr>
          <a:xfrm>
            <a:off x="987552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2B8FA-0051-75D7-1918-575CC94B8CD5}"/>
              </a:ext>
            </a:extLst>
          </p:cNvPr>
          <p:cNvSpPr txBox="1"/>
          <p:nvPr/>
        </p:nvSpPr>
        <p:spPr>
          <a:xfrm>
            <a:off x="1627632" y="1554480"/>
            <a:ext cx="38862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Reduce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Many ranks send values; root receives one combined result.</a:t>
            </a:r>
            <a:br/>
            <a:br/>
            <a:r>
              <a:t>Example: total word count or global accuracy numerator.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EE37E8-B241-EA4C-1CAD-CD09F541C82E}"/>
              </a:ext>
            </a:extLst>
          </p:cNvPr>
          <p:cNvSpPr/>
          <p:nvPr/>
        </p:nvSpPr>
        <p:spPr>
          <a:xfrm>
            <a:off x="6483096" y="1463040"/>
            <a:ext cx="4846320" cy="32918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885AF7-4F1A-4805-5CF4-B3895EC4ACA2}"/>
              </a:ext>
            </a:extLst>
          </p:cNvPr>
          <p:cNvSpPr/>
          <p:nvPr/>
        </p:nvSpPr>
        <p:spPr>
          <a:xfrm>
            <a:off x="6446520" y="1417320"/>
            <a:ext cx="4846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76FC4-85E9-681A-9E9E-968BD1A44CA9}"/>
              </a:ext>
            </a:extLst>
          </p:cNvPr>
          <p:cNvSpPr/>
          <p:nvPr/>
        </p:nvSpPr>
        <p:spPr>
          <a:xfrm>
            <a:off x="6446520" y="1417320"/>
            <a:ext cx="82296" cy="32918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46D051C-C294-766E-B913-114F38571DED}"/>
              </a:ext>
            </a:extLst>
          </p:cNvPr>
          <p:cNvSpPr/>
          <p:nvPr/>
        </p:nvSpPr>
        <p:spPr>
          <a:xfrm>
            <a:off x="6611112" y="158191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0F8DA-08A9-B601-1035-75BA69AE64FE}"/>
              </a:ext>
            </a:extLst>
          </p:cNvPr>
          <p:cNvSpPr txBox="1"/>
          <p:nvPr/>
        </p:nvSpPr>
        <p:spPr>
          <a:xfrm>
            <a:off x="6611112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5AA81E-96D1-F250-8784-D1986A7A9AFB}"/>
              </a:ext>
            </a:extLst>
          </p:cNvPr>
          <p:cNvSpPr txBox="1"/>
          <p:nvPr/>
        </p:nvSpPr>
        <p:spPr>
          <a:xfrm>
            <a:off x="7251192" y="1554480"/>
            <a:ext cx="38862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All-reduce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Every rank receives the combined result.</a:t>
            </a:r>
            <a:br/>
            <a:br/>
            <a:r>
              <a:t>Example: gradient averaging concept for data-parallel training.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12D81-1641-B619-C26A-34ECEA7C3D9B}"/>
              </a:ext>
            </a:extLst>
          </p:cNvPr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15</a:t>
            </a:r>
          </a:p>
        </p:txBody>
      </p:sp>
    </p:spTree>
    <p:extLst>
      <p:ext uri="{BB962C8B-B14F-4D97-AF65-F5344CB8AC3E}">
        <p14:creationId xmlns:p14="http://schemas.microsoft.com/office/powerpoint/2010/main" val="349604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A37E248-2629-A716-F9FF-FB307DEEE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8763000" cy="7159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Scatter/Gather</a:t>
            </a:r>
          </a:p>
        </p:txBody>
      </p:sp>
      <p:pic>
        <p:nvPicPr>
          <p:cNvPr id="16388" name="Picture 3">
            <a:extLst>
              <a:ext uri="{FF2B5EF4-FFF2-40B4-BE49-F238E27FC236}">
                <a16:creationId xmlns:a16="http://schemas.microsoft.com/office/drawing/2014/main" id="{35F84426-2B13-077C-96F1-3BDFFEF7A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100943"/>
            <a:ext cx="8020050" cy="295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10113E29-1101-B695-B838-8441280EED3E}"/>
              </a:ext>
            </a:extLst>
          </p:cNvPr>
          <p:cNvSpPr/>
          <p:nvPr/>
        </p:nvSpPr>
        <p:spPr>
          <a:xfrm>
            <a:off x="2194560" y="5486400"/>
            <a:ext cx="7772400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F3DAF-0730-0A7D-B9AE-19B7A301CB94}"/>
              </a:ext>
            </a:extLst>
          </p:cNvPr>
          <p:cNvSpPr txBox="1"/>
          <p:nvPr/>
        </p:nvSpPr>
        <p:spPr>
          <a:xfrm>
            <a:off x="2267712" y="5513832"/>
            <a:ext cx="762609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use: partition dataset examples, users, documents, images, or prompts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B941CCA-1D14-82D0-4B59-D8286CADA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143000" y="154895"/>
            <a:ext cx="8229600" cy="1143000"/>
          </a:xfrm>
        </p:spPr>
        <p:txBody>
          <a:bodyPr/>
          <a:lstStyle/>
          <a:p>
            <a:r>
              <a:rPr lang="en-US" altLang="en-US" dirty="0" err="1"/>
              <a:t>Allgather</a:t>
            </a:r>
            <a:endParaRPr lang="en-US" altLang="en-US" dirty="0"/>
          </a:p>
        </p:txBody>
      </p:sp>
      <p:pic>
        <p:nvPicPr>
          <p:cNvPr id="17412" name="Picture 3">
            <a:extLst>
              <a:ext uri="{FF2B5EF4-FFF2-40B4-BE49-F238E27FC236}">
                <a16:creationId xmlns:a16="http://schemas.microsoft.com/office/drawing/2014/main" id="{9D82F32C-9F44-E0D1-DE36-1027170DC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752599"/>
            <a:ext cx="8420100" cy="3664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79DE0D1-94F1-D6D1-9F82-7575A4306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All-to-All Personalized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45E8-0A64-E243-8CB0-180A14051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1417638"/>
            <a:ext cx="9710057" cy="241413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Each process starts with its own set of blocks, one destined for each process</a:t>
            </a:r>
          </a:p>
          <a:p>
            <a:pPr>
              <a:defRPr/>
            </a:pPr>
            <a:r>
              <a:rPr lang="en-US" dirty="0"/>
              <a:t>Each process finishes with all blocks destined for itself</a:t>
            </a:r>
          </a:p>
          <a:p>
            <a:pPr>
              <a:defRPr/>
            </a:pPr>
            <a:r>
              <a:rPr lang="en-US" dirty="0"/>
              <a:t>Analogous to a matrix transpose</a:t>
            </a:r>
          </a:p>
          <a:p>
            <a:pPr marL="0" indent="0">
              <a:buNone/>
              <a:defRPr/>
            </a:pPr>
            <a:r>
              <a:rPr lang="en-US" sz="2000" dirty="0"/>
              <a:t>	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C5357B35-AA68-3798-4291-CF645472C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286" y="3831770"/>
            <a:ext cx="7575097" cy="2645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Barrier: Synchronization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All ranks wait until everyone arrives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4630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30551"/>
            <a:ext cx="13167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Rank 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514600"/>
            <a:ext cx="4114800" cy="14173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331720"/>
            <a:ext cx="146304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2359151"/>
            <a:ext cx="13167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Rank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2743200"/>
            <a:ext cx="2011681" cy="118872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2560320"/>
            <a:ext cx="146304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587751"/>
            <a:ext cx="13167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Rank 2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760720" y="2971800"/>
            <a:ext cx="91439" cy="96012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59" y="2788920"/>
            <a:ext cx="1463040" cy="384048"/>
          </a:xfrm>
          <a:prstGeom prst="round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96912" y="2816351"/>
            <a:ext cx="13167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Rank 3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760720" y="3200400"/>
            <a:ext cx="2194559" cy="731520"/>
          </a:xfrm>
          <a:prstGeom prst="line">
            <a:avLst/>
          </a:prstGeom>
          <a:ln w="25400">
            <a:solidFill>
              <a:srgbClr val="933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00016" y="3977639"/>
            <a:ext cx="219456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63440" y="39319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3931920"/>
            <a:ext cx="82296" cy="9144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28031" y="4096511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1" y="4133087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4069080"/>
            <a:ext cx="1234439" cy="640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Barrier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continue only when all arrived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5486400"/>
            <a:ext cx="7863840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76272" y="5513832"/>
            <a:ext cx="77175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Useful for timing experiments, but unnecessary barriers can slow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6126480"/>
            <a:ext cx="1645920" cy="1645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4. Simulation Design</a:t>
            </a:r>
          </a:p>
          <a:p>
            <a:pPr>
              <a:spcBef>
                <a:spcPts val="800"/>
              </a:spcBef>
              <a:defRPr sz="1850">
                <a:solidFill>
                  <a:srgbClr val="CBD5E1"/>
                </a:solidFill>
              </a:defRPr>
            </a:pPr>
            <a:r>
              <a:t>Building mini-MPI with multiprocessing and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How We Simulate MPI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One main process coordinates worker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2103120"/>
            <a:ext cx="2377440" cy="11887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82296" cy="1188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" y="222199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2585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194560"/>
            <a:ext cx="14173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Coordinator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rank 0 / root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1456" y="1920239"/>
            <a:ext cx="2560320" cy="1554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4880" y="1874519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874519"/>
            <a:ext cx="82296" cy="15544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19472" y="203911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2011679"/>
            <a:ext cx="1600199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Queues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</a:defRPr>
            </a:pPr>
            <a:r>
              <a:t>messages to/from workers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14815" y="1280160"/>
            <a:ext cx="23774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78240" y="1234440"/>
            <a:ext cx="2377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234440"/>
            <a:ext cx="82296" cy="7772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942832" y="139903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4283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1371600"/>
            <a:ext cx="14173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Worker 1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rank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2377439"/>
            <a:ext cx="23774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778240" y="2331720"/>
            <a:ext cx="2377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0" y="2331720"/>
            <a:ext cx="82296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942832" y="249631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42832" y="25328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2468879"/>
            <a:ext cx="14173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Worker 2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rank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4815" y="3474720"/>
            <a:ext cx="23774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78240" y="3429000"/>
            <a:ext cx="2377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8240" y="3429000"/>
            <a:ext cx="82296" cy="77724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42832" y="3593592"/>
            <a:ext cx="512064" cy="512064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42832" y="363016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3566160"/>
            <a:ext cx="14173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Worker 3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t>rank 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00400" y="2651760"/>
            <a:ext cx="1554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315200" y="1645920"/>
            <a:ext cx="1463040" cy="100584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2651760"/>
            <a:ext cx="1463040" cy="9144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5200" y="2651760"/>
            <a:ext cx="1463040" cy="118872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Simulation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We learn the idea, not full MPI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1463040"/>
            <a:ext cx="3246120" cy="34290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82296" cy="34290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158191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554480"/>
            <a:ext cx="2286000" cy="3154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What we simulate</a:t>
            </a:r>
          </a:p>
          <a:p>
            <a:pPr>
              <a:spcBef>
                <a:spcPts val="500"/>
              </a:spcBef>
              <a:defRPr sz="1300">
                <a:solidFill>
                  <a:srgbClr val="334155"/>
                </a:solidFill>
              </a:defRPr>
            </a:pPr>
            <a:r>
              <a:t>rank IDs, scatter/gather/reduce patterns, worker coordination, correctness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463040"/>
            <a:ext cx="3246120" cy="34290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41732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417320"/>
            <a:ext cx="82296" cy="34290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158191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554480"/>
            <a:ext cx="2286000" cy="3154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What we simplify</a:t>
            </a:r>
          </a:p>
          <a:p>
            <a:pPr>
              <a:spcBef>
                <a:spcPts val="500"/>
              </a:spcBef>
              <a:defRPr sz="1300">
                <a:solidFill>
                  <a:srgbClr val="334155"/>
                </a:solidFill>
              </a:defRPr>
            </a:pPr>
            <a:r>
              <a:t>network topology, true MPI runtime, optimized collective algorithms, fault tolerance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5" y="1463040"/>
            <a:ext cx="3246120" cy="34290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141732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1417320"/>
            <a:ext cx="82296" cy="342900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48471" y="158191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1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554480"/>
            <a:ext cx="2286000" cy="3154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300">
                <a:solidFill>
                  <a:srgbClr val="334155"/>
                </a:solidFill>
              </a:defRPr>
            </a:pPr>
            <a:r>
              <a:t>students learn distributed reasoning before real clusters or torch.distributed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Deadlocks and Collective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Distributed bugs often mean someone waited forever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82296" cy="13258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1399032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All ranks participate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missing participant can hang a collective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234440"/>
            <a:ext cx="82296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1399032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Same order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collectives must be called consistently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1280160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2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234440"/>
            <a:ext cx="82296" cy="132588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39903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4356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137160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Matching shapes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send/receive sizes must match expectations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3108960"/>
            <a:ext cx="82296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0392" y="327355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Root agreement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everyone must know who the root 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48056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108960"/>
            <a:ext cx="82296" cy="1325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45152" y="327355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Timeout/debug logs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rank-aware logging helps debugging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1896" y="3154679"/>
            <a:ext cx="3246120" cy="13258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31089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3108960"/>
            <a:ext cx="82296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9912" y="3273552"/>
            <a:ext cx="512064" cy="512064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39912" y="33101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246120"/>
            <a:ext cx="22860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Small tests first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use 2–4 ranks before scaling 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2286000" cy="228600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6126480"/>
            <a:ext cx="1645920" cy="1645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5. Day 5 Lab</a:t>
            </a:r>
          </a:p>
          <a:p>
            <a:pPr>
              <a:spcBef>
                <a:spcPts val="800"/>
              </a:spcBef>
              <a:defRPr sz="1850">
                <a:solidFill>
                  <a:srgbClr val="CBD5E1"/>
                </a:solidFill>
              </a:defRPr>
            </a:pPr>
            <a:r>
              <a:t>Implement mini-MPI and distributed map–reduce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Lab: mini-MPI Collective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Goal: implement collectives and apply them to word count or data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554480"/>
            <a:ext cx="1993392" cy="31089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99339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82296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8952" y="1673351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709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645919"/>
            <a:ext cx="1033272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Setup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rank/world abstractions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1554480"/>
            <a:ext cx="1993392" cy="31089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07791" y="1508760"/>
            <a:ext cx="199339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1" y="1508760"/>
            <a:ext cx="82296" cy="3108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72384" y="1673351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2384" y="1709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5211" y="1627632"/>
            <a:ext cx="1271015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Collectives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rPr dirty="0"/>
              <a:t>broadcast/scatter/gather/reduce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1554480"/>
            <a:ext cx="1993392" cy="31089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21224" y="1508760"/>
            <a:ext cx="199339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21224" y="1508760"/>
            <a:ext cx="82296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85816" y="1673351"/>
            <a:ext cx="512064" cy="51206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85816" y="1709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5" y="1645919"/>
            <a:ext cx="1158545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Application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rPr dirty="0"/>
              <a:t>distributed word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1554480"/>
            <a:ext cx="1993392" cy="31089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34656" y="1508760"/>
            <a:ext cx="199339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34656" y="1508760"/>
            <a:ext cx="82296" cy="310896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99248" y="1673351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99248" y="1709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1645919"/>
            <a:ext cx="1158545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Benchmark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rPr dirty="0"/>
              <a:t>workers + chunk size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4663" y="1554480"/>
            <a:ext cx="1993392" cy="31089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48088" y="1508760"/>
            <a:ext cx="199339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48088" y="1508760"/>
            <a:ext cx="82296" cy="3108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2680" y="1673351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12680" y="1709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59" y="1645919"/>
            <a:ext cx="1225295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Explain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rPr dirty="0"/>
              <a:t>communication cost + correctness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57400" y="5257800"/>
            <a:ext cx="8046720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30552" y="5285232"/>
            <a:ext cx="790041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Deliverable: mini_mpi.py + demo + runtime table + workflow diagram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Starter Code: Chunking and Local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Begin with deterministic chunks and local computation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E2E8F0"/>
                </a:solidFill>
                <a:latin typeface="Consolas"/>
              </a:defRPr>
            </a:pPr>
            <a:r>
              <a:rPr dirty="0"/>
              <a:t>from collections import Counter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def </a:t>
            </a:r>
            <a:r>
              <a:rPr dirty="0" err="1"/>
              <a:t>chunk_data</a:t>
            </a:r>
            <a:r>
              <a:rPr dirty="0"/>
              <a:t>(items, </a:t>
            </a:r>
            <a:r>
              <a:rPr dirty="0" err="1"/>
              <a:t>num_chunks</a:t>
            </a:r>
            <a:r>
              <a:rPr dirty="0"/>
              <a:t>):</a:t>
            </a:r>
            <a:br>
              <a:rPr dirty="0"/>
            </a:br>
            <a:r>
              <a:rPr dirty="0"/>
              <a:t>    chunks = [[] for _ in range(</a:t>
            </a:r>
            <a:r>
              <a:rPr dirty="0" err="1"/>
              <a:t>num_chunks</a:t>
            </a:r>
            <a:r>
              <a:rPr dirty="0"/>
              <a:t>)]</a:t>
            </a:r>
            <a:br>
              <a:rPr dirty="0"/>
            </a:br>
            <a:r>
              <a:rPr dirty="0"/>
              <a:t>    for </a:t>
            </a:r>
            <a:r>
              <a:rPr dirty="0" err="1"/>
              <a:t>i</a:t>
            </a:r>
            <a:r>
              <a:rPr dirty="0"/>
              <a:t>, item in enumerate(items):</a:t>
            </a:r>
            <a:br>
              <a:rPr dirty="0"/>
            </a:br>
            <a:r>
              <a:rPr dirty="0"/>
              <a:t>        chunks[</a:t>
            </a:r>
            <a:r>
              <a:rPr dirty="0" err="1"/>
              <a:t>i</a:t>
            </a:r>
            <a:r>
              <a:rPr dirty="0"/>
              <a:t> % </a:t>
            </a:r>
            <a:r>
              <a:rPr dirty="0" err="1"/>
              <a:t>num_chunks</a:t>
            </a:r>
            <a:r>
              <a:rPr dirty="0"/>
              <a:t>].append(item)</a:t>
            </a:r>
            <a:br>
              <a:rPr dirty="0"/>
            </a:br>
            <a:r>
              <a:rPr dirty="0"/>
              <a:t>    return chunks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def </a:t>
            </a:r>
            <a:r>
              <a:rPr dirty="0" err="1"/>
              <a:t>local_word_count</a:t>
            </a:r>
            <a:r>
              <a:rPr dirty="0"/>
              <a:t>(lines):</a:t>
            </a:r>
            <a:br>
              <a:rPr dirty="0"/>
            </a:br>
            <a:r>
              <a:rPr dirty="0"/>
              <a:t>    c = Counter()</a:t>
            </a:r>
            <a:br>
              <a:rPr dirty="0"/>
            </a:br>
            <a:r>
              <a:rPr dirty="0"/>
              <a:t>    for line in lines: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c.update</a:t>
            </a:r>
            <a:r>
              <a:rPr dirty="0"/>
              <a:t>(</a:t>
            </a:r>
            <a:r>
              <a:rPr dirty="0" err="1"/>
              <a:t>line.lower</a:t>
            </a:r>
            <a:r>
              <a:rPr dirty="0"/>
              <a:t>().split())</a:t>
            </a:r>
            <a:br>
              <a:rPr dirty="0"/>
            </a:br>
            <a:r>
              <a:rPr dirty="0"/>
              <a:t>    return c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def </a:t>
            </a:r>
            <a:r>
              <a:rPr dirty="0" err="1"/>
              <a:t>reduce_counters</a:t>
            </a:r>
            <a:r>
              <a:rPr dirty="0"/>
              <a:t>(counters):</a:t>
            </a:r>
            <a:br>
              <a:rPr dirty="0"/>
            </a:br>
            <a:r>
              <a:rPr dirty="0"/>
              <a:t>    total = Counter()</a:t>
            </a:r>
            <a:br>
              <a:rPr dirty="0"/>
            </a:br>
            <a:r>
              <a:rPr dirty="0"/>
              <a:t>    for c in counters: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total.update</a:t>
            </a:r>
            <a:r>
              <a:rPr dirty="0"/>
              <a:t>(c)</a:t>
            </a:r>
            <a:br>
              <a:rPr dirty="0"/>
            </a:br>
            <a:r>
              <a:rPr dirty="0"/>
              <a:t>    return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Starter Code: Serial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Always verify distributed outputs against serial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2E8F0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make_fake_lines</a:t>
            </a:r>
            <a:r>
              <a:rPr dirty="0"/>
              <a:t>(n=50000):</a:t>
            </a:r>
            <a:br>
              <a:rPr dirty="0"/>
            </a:br>
            <a:r>
              <a:rPr dirty="0"/>
              <a:t>    vocab = ["ai", "data", "model", "parallel", "rank",</a:t>
            </a:r>
            <a:br>
              <a:rPr dirty="0"/>
            </a:br>
            <a:r>
              <a:rPr dirty="0"/>
              <a:t>             "scatter", "gather", "reduce", "python"]</a:t>
            </a:r>
            <a:br>
              <a:rPr dirty="0"/>
            </a:br>
            <a:r>
              <a:rPr dirty="0"/>
              <a:t>    return [" ".join(vocab[(</a:t>
            </a:r>
            <a:r>
              <a:rPr dirty="0" err="1"/>
              <a:t>i+j</a:t>
            </a:r>
            <a:r>
              <a:rPr dirty="0"/>
              <a:t>) % </a:t>
            </a:r>
            <a:r>
              <a:rPr dirty="0" err="1"/>
              <a:t>len</a:t>
            </a:r>
            <a:r>
              <a:rPr dirty="0"/>
              <a:t>(vocab)] for j in range(20))</a:t>
            </a:r>
            <a:br>
              <a:rPr dirty="0"/>
            </a:br>
            <a:r>
              <a:rPr dirty="0"/>
              <a:t>            for </a:t>
            </a:r>
            <a:r>
              <a:rPr dirty="0" err="1"/>
              <a:t>i</a:t>
            </a:r>
            <a:r>
              <a:rPr dirty="0"/>
              <a:t> in range(n)]</a:t>
            </a:r>
            <a:br>
              <a:rPr dirty="0"/>
            </a:br>
            <a:br>
              <a:rPr dirty="0"/>
            </a:br>
            <a:r>
              <a:rPr dirty="0"/>
              <a:t>lines = </a:t>
            </a:r>
            <a:r>
              <a:rPr dirty="0" err="1"/>
              <a:t>make_fake_lines</a:t>
            </a:r>
            <a:r>
              <a:rPr dirty="0"/>
              <a:t>()</a:t>
            </a:r>
            <a:br>
              <a:rPr dirty="0"/>
            </a:br>
            <a:r>
              <a:rPr dirty="0"/>
              <a:t>serial = </a:t>
            </a:r>
            <a:r>
              <a:rPr dirty="0" err="1"/>
              <a:t>reduce_counters</a:t>
            </a:r>
            <a:r>
              <a:rPr dirty="0"/>
              <a:t>([</a:t>
            </a:r>
            <a:r>
              <a:rPr dirty="0" err="1"/>
              <a:t>local_word_count</a:t>
            </a:r>
            <a:r>
              <a:rPr dirty="0"/>
              <a:t>(lines)])</a:t>
            </a:r>
            <a:br>
              <a:rPr dirty="0"/>
            </a:br>
            <a:r>
              <a:rPr dirty="0"/>
              <a:t>print(</a:t>
            </a:r>
            <a:r>
              <a:rPr dirty="0" err="1"/>
              <a:t>serial.most_common</a:t>
            </a:r>
            <a:r>
              <a:rPr dirty="0"/>
              <a:t>(5))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mini-MPI: Scatter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Root conceptually splits data and assigns chunks to ranks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3748142" cy="18928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rPr dirty="0"/>
              <a:t>def scatter(data, </a:t>
            </a:r>
            <a:r>
              <a:rPr dirty="0" err="1"/>
              <a:t>world_size</a:t>
            </a:r>
            <a:r>
              <a:rPr dirty="0"/>
              <a:t>):</a:t>
            </a:r>
            <a:br>
              <a:rPr dirty="0"/>
            </a:br>
            <a:r>
              <a:rPr dirty="0"/>
              <a:t>    </a:t>
            </a:r>
            <a:r>
              <a:rPr lang="en-US" dirty="0"/>
              <a:t>#</a:t>
            </a:r>
            <a:r>
              <a:rPr dirty="0"/>
              <a:t>Return one chunk per rank.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chunk_data</a:t>
            </a:r>
            <a:r>
              <a:rPr dirty="0"/>
              <a:t>(data, </a:t>
            </a:r>
            <a:r>
              <a:rPr dirty="0" err="1"/>
              <a:t>world_size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 err="1"/>
              <a:t>world_size</a:t>
            </a:r>
            <a:r>
              <a:rPr dirty="0"/>
              <a:t> = 4</a:t>
            </a:r>
            <a:br>
              <a:rPr dirty="0"/>
            </a:br>
            <a:r>
              <a:rPr dirty="0"/>
              <a:t>chunks = scatter(lines, </a:t>
            </a:r>
            <a:r>
              <a:rPr dirty="0" err="1"/>
              <a:t>world_size</a:t>
            </a:r>
            <a:r>
              <a:rPr dirty="0"/>
              <a:t>)</a:t>
            </a:r>
            <a:br>
              <a:rPr dirty="0"/>
            </a:br>
            <a:r>
              <a:rPr dirty="0"/>
              <a:t>for rank, chunk in enumerate(chunks):</a:t>
            </a:r>
            <a:br>
              <a:rPr dirty="0"/>
            </a:br>
            <a:r>
              <a:rPr dirty="0"/>
              <a:t>    print(rank, </a:t>
            </a:r>
            <a:r>
              <a:rPr dirty="0" err="1"/>
              <a:t>len</a:t>
            </a:r>
            <a:r>
              <a:rPr dirty="0"/>
              <a:t>(chunk))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mini-MPI: ProcessPool Gather + 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Simulate ranks with worker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10">
                <a:solidFill>
                  <a:srgbClr val="E2E8F0"/>
                </a:solidFill>
                <a:latin typeface="Consolas"/>
              </a:defRPr>
            </a:pPr>
            <a:r>
              <a:t>from concurrent.futures import ProcessPoolExecutor</a:t>
            </a:r>
            <a:br/>
            <a:br/>
            <a:br/>
            <a:r>
              <a:t>def worker_count(args):</a:t>
            </a:r>
            <a:br/>
            <a:r>
              <a:t>    rank, chunk = args</a:t>
            </a:r>
            <a:br/>
            <a:r>
              <a:t>    local = local_word_count(chunk)</a:t>
            </a:r>
            <a:br/>
            <a:r>
              <a:t>    return {"rank": rank, "counter": local, "n": len(chunk)}</a:t>
            </a:r>
            <a:br/>
            <a:br/>
            <a:br/>
            <a:r>
              <a:t>def distributed_word_count(lines, world_size=4):</a:t>
            </a:r>
            <a:br/>
            <a:r>
              <a:t>    chunks = scatter(lines, world_size)</a:t>
            </a:r>
            <a:br/>
            <a:r>
              <a:t>    tasks = [(rank, chunk) for rank, chunk in enumerate(chunks)]</a:t>
            </a:r>
            <a:br/>
            <a:br/>
            <a:r>
              <a:t>    with ProcessPoolExecutor(max_workers=world_size) as ex:</a:t>
            </a:r>
            <a:br/>
            <a:r>
              <a:t>        outputs = list(ex.map(worker_count, tasks))</a:t>
            </a:r>
            <a:br/>
            <a:br/>
            <a:r>
              <a:t>    counters = [out["counter"] for out in outputs]</a:t>
            </a:r>
            <a:br/>
            <a:r>
              <a:t>    return reduce_counters(counters),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mini-MPI: Reduce and All-Reduce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Reduce returns one result; all-reduce shares it with everyone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def reduce_sum(values):</a:t>
            </a:r>
            <a:br/>
            <a:r>
              <a:t>    return sum(values)</a:t>
            </a:r>
            <a:br/>
            <a:br/>
            <a:br/>
            <a:r>
              <a:t>def all_reduce_sum(values):</a:t>
            </a:r>
            <a:br/>
            <a:r>
              <a:t>    total = reduce_sum(values)</a:t>
            </a:r>
            <a:br/>
            <a:r>
              <a:t>    return [total for _ in values]</a:t>
            </a:r>
            <a:br/>
            <a:br/>
            <a:br/>
            <a:r>
              <a:t>local_counts = [10, 12, 9, 11]</a:t>
            </a:r>
            <a:br/>
            <a:r>
              <a:t>print("reduce:", reduce_sum(local_counts))</a:t>
            </a:r>
            <a:br/>
            <a:r>
              <a:t>print("all_reduce:", all_reduce_sum(local_counts))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Step 5: Benchmark and Check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Compare serial vs simulated distributed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import time</a:t>
            </a:r>
            <a:br/>
            <a:br/>
            <a:r>
              <a:t>for world_size in [1, 2, 4, 8]:</a:t>
            </a:r>
            <a:br/>
            <a:r>
              <a:t>    start = time.perf_counter()</a:t>
            </a:r>
            <a:br/>
            <a:r>
              <a:t>    dist_counter, outputs = distributed_word_count(lines, world_size)</a:t>
            </a:r>
            <a:br/>
            <a:r>
              <a:t>    elapsed = time.perf_counter() - start</a:t>
            </a:r>
            <a:br/>
            <a:br/>
            <a:r>
              <a:t>    print({</a:t>
            </a:r>
            <a:br/>
            <a:r>
              <a:t>        "world_size": world_size,</a:t>
            </a:r>
            <a:br/>
            <a:r>
              <a:t>        "time": elapsed,</a:t>
            </a:r>
            <a:br/>
            <a:r>
              <a:t>        "lines_per_sec": len(lines) / elapsed,</a:t>
            </a:r>
            <a:br/>
            <a:r>
              <a:t>        "correct": dist_counter == serial,</a:t>
            </a:r>
            <a:br/>
            <a:r>
              <a:t>        "chunk_sizes": [out["n"] for out in outputs],</a:t>
            </a:r>
            <a:br/>
            <a:r>
              <a:t>    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Optional Real MPI Preview: mpi4py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Same mental model if students later use real MPI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744200" cy="48920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44200" cy="4892040"/>
          </a:xfrm>
          <a:prstGeom prst="roundRect">
            <a:avLst/>
          </a:prstGeom>
          <a:solidFill>
            <a:srgbClr val="020617"/>
          </a:solidFill>
          <a:ln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49047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490472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1490472"/>
            <a:ext cx="100584" cy="10058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709928"/>
            <a:ext cx="10232136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E2E8F0"/>
                </a:solidFill>
                <a:latin typeface="Consolas"/>
              </a:defRPr>
            </a:pPr>
            <a:r>
              <a:t># Conceptual mpi4py pattern; not required for this course day.</a:t>
            </a:r>
            <a:br/>
            <a:r>
              <a:t>from mpi4py import MPI</a:t>
            </a:r>
            <a:br/>
            <a:br/>
            <a:r>
              <a:t>comm = MPI.COMM_WORLD</a:t>
            </a:r>
            <a:br/>
            <a:r>
              <a:t>rank = comm.Get_rank()</a:t>
            </a:r>
            <a:br/>
            <a:r>
              <a:t>world_size = comm.Get_size()</a:t>
            </a:r>
            <a:br/>
            <a:br/>
            <a:r>
              <a:t>if rank == 0:</a:t>
            </a:r>
            <a:br/>
            <a:r>
              <a:t>    chunks = scatter(data, world_size)</a:t>
            </a:r>
            <a:br/>
            <a:r>
              <a:t>else:</a:t>
            </a:r>
            <a:br/>
            <a:r>
              <a:t>    chunks = None</a:t>
            </a:r>
            <a:br/>
            <a:br/>
            <a:r>
              <a:t>chunk = comm.scatter(chunks, root=0)</a:t>
            </a:r>
            <a:br/>
            <a:r>
              <a:t>local_result = compute(chunk)</a:t>
            </a:r>
            <a:br/>
            <a:r>
              <a:t>all_results = comm.gather(local_result, root=0)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Build, test, and explain mini-MPI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1463040"/>
            <a:ext cx="3154680" cy="34747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82296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158191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554480"/>
            <a:ext cx="21945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Implement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scatter, gather, reduce_sum, all_reduce_sum, and broadcast.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1463040"/>
            <a:ext cx="3154680" cy="34747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417320"/>
            <a:ext cx="82296" cy="34747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99431" y="158191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554480"/>
            <a:ext cx="21945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Apply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distributed word count or numeric statistics over chunks.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5" y="1463040"/>
            <a:ext cx="3154680" cy="34747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1417320"/>
            <a:ext cx="82296" cy="347472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57031" y="158191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1554480"/>
            <a:ext cx="21945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Explain</a:t>
            </a:r>
          </a:p>
          <a:p>
            <a:pPr>
              <a:spcBef>
                <a:spcPts val="500"/>
              </a:spcBef>
              <a:defRPr sz="1400">
                <a:solidFill>
                  <a:srgbClr val="334155"/>
                </a:solidFill>
              </a:defRPr>
            </a:pPr>
            <a:r>
              <a:t>communication pattern, correctness, speedup, and bottlenecks.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Expected Result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Students should report correctness and communication cost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5087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57416" y="1463040"/>
            <a:ext cx="43891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20840" y="14173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82296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85431" y="158191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161848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1554480"/>
            <a:ext cx="34290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Correctness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distributed result equals serial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7416" y="2651760"/>
            <a:ext cx="43891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20840" y="260604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2606040"/>
            <a:ext cx="82296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85431" y="2770632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431" y="280720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43200"/>
            <a:ext cx="34290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Load balance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chunk sizes and runtimes similar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7416" y="3840480"/>
            <a:ext cx="43891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20840" y="379476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20840" y="3794760"/>
            <a:ext cx="82296" cy="91440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85431" y="3959352"/>
            <a:ext cx="512064" cy="512064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85431" y="399592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931920"/>
            <a:ext cx="34290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Communication</a:t>
            </a:r>
          </a:p>
          <a:p>
            <a:pPr>
              <a:spcBef>
                <a:spcPts val="500"/>
              </a:spcBef>
              <a:defRPr sz="1220">
                <a:solidFill>
                  <a:srgbClr val="334155"/>
                </a:solidFill>
              </a:defRPr>
            </a:pPr>
            <a:r>
              <a:t>scatter/gather/reduce cost explained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Short reflection + mini-MPI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" y="1371600"/>
            <a:ext cx="4846320" cy="3977639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48463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82296" cy="3977639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1" y="1490472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15270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463039"/>
            <a:ext cx="3886200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Answer</a:t>
            </a:r>
          </a:p>
          <a:p>
            <a:pPr>
              <a:spcBef>
                <a:spcPts val="500"/>
              </a:spcBef>
              <a:defRPr sz="1450">
                <a:solidFill>
                  <a:srgbClr val="334155"/>
                </a:solidFill>
              </a:defRPr>
            </a:pPr>
            <a:r>
              <a:t>• What is rank and world size?</a:t>
            </a:r>
            <a:br/>
            <a:r>
              <a:t>• Scatter vs broadcast?</a:t>
            </a:r>
            <a:br/>
            <a:r>
              <a:t>• Gather vs reduce?</a:t>
            </a:r>
            <a:br/>
            <a:r>
              <a:t>• What caused speedup to flatten?</a:t>
            </a:r>
            <a:br/>
            <a:r>
              <a:t>• Where will your project use collectives?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1371600"/>
            <a:ext cx="4846320" cy="3977639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1325880"/>
            <a:ext cx="48463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325880"/>
            <a:ext cx="82296" cy="3977639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11112" y="1490472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527048"/>
            <a:ext cx="5120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1463039"/>
            <a:ext cx="3886200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Submit</a:t>
            </a:r>
          </a:p>
          <a:p>
            <a:pPr>
              <a:spcBef>
                <a:spcPts val="500"/>
              </a:spcBef>
              <a:defRPr sz="1500">
                <a:solidFill>
                  <a:srgbClr val="334155"/>
                </a:solidFill>
              </a:defRPr>
            </a:pPr>
            <a:r>
              <a:t>• mini_mpi.py</a:t>
            </a:r>
            <a:br/>
            <a:r>
              <a:t>• demo script or notebook</a:t>
            </a:r>
            <a:br/>
            <a:r>
              <a:t>• runtime/correctness table</a:t>
            </a:r>
            <a:br/>
            <a:r>
              <a:t>• architecture diagram</a:t>
            </a:r>
            <a:br/>
            <a:r>
              <a:t>• 1-paragraph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Instructor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Teaching moves for Day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4572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99032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53312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Emphasize patterns, not real MPI installation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2"/>
            <a:ext cx="457200" cy="38404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112264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066543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Use rank/world size language consistently all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98064"/>
            <a:ext cx="457200" cy="38404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825496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79776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Require serial baselines for correctness.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11296"/>
            <a:ext cx="45720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538727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93008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Make students draw the communication pattern before coding.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24528"/>
            <a:ext cx="45720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251960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06240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Discuss deadlocks and collective participation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37760"/>
            <a:ext cx="45720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965192"/>
            <a:ext cx="3108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19472"/>
            <a:ext cx="9692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Connect collectives to Day 6 gradient averaging.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References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64748B"/>
                </a:solidFill>
              </a:defRPr>
            </a:pPr>
            <a:r>
              <a:t>MPI collectives and distributed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1280160"/>
            <a:ext cx="10332720" cy="658368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234440"/>
            <a:ext cx="10332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234440"/>
            <a:ext cx="82296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371600"/>
            <a:ext cx="99212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MPI Tutorial: Scatter sends array chunks to processes, while Gather collects results back to a root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240280"/>
            <a:ext cx="10332720" cy="658368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10332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194560"/>
            <a:ext cx="82296" cy="65836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331720"/>
            <a:ext cx="9921240" cy="38404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LLNL HPC Tutorials: collective operations include synchronization, data movement such as broadcast/scatter/gather, and reductions.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200400"/>
            <a:ext cx="10332720" cy="658368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10332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82296" cy="65836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291840"/>
            <a:ext cx="9921240" cy="38404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MPI standard overview: collective communication includes barrier, broadcast, gather, scatter, allgather, reduce, and allreduce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" y="4160520"/>
            <a:ext cx="10332720" cy="658368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114800"/>
            <a:ext cx="10332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114800"/>
            <a:ext cx="82296" cy="65836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251960"/>
            <a:ext cx="99212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Optional mpi4py learning resources: broadcast, scatter, gather, and reduce patterns in Python.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Day 5 — MPI-Style Distributed Workflows by Simulation  | 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2640</Words>
  <Application>Microsoft Office PowerPoint</Application>
  <PresentationFormat>Widescreen</PresentationFormat>
  <Paragraphs>318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One-to-all Broadcast</vt:lpstr>
      <vt:lpstr>All-to-one Reduction (Reduce)</vt:lpstr>
      <vt:lpstr>MPI_Op Predefined Reduction Operations</vt:lpstr>
      <vt:lpstr>PowerPoint Presentation</vt:lpstr>
      <vt:lpstr>Scatter/Gather</vt:lpstr>
      <vt:lpstr>Allgather</vt:lpstr>
      <vt:lpstr>All-to-All Personalized Communication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Dong Li</dc:creator>
  <cp:keywords/>
  <dc:description>generated using python-pptx</dc:description>
  <cp:lastModifiedBy>Dong Li</cp:lastModifiedBy>
  <cp:revision>2</cp:revision>
  <dcterms:created xsi:type="dcterms:W3CDTF">2026-06-30T08:00:51Z</dcterms:created>
  <dcterms:modified xsi:type="dcterms:W3CDTF">2026-07-28T05:23:13Z</dcterms:modified>
  <cp:category/>
</cp:coreProperties>
</file>